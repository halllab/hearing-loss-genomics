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Lst>
  <p:sldSz cy="32918400" cx="43891200"/>
  <p:notesSz cx="6858000" cy="9144000"/>
  <p:embeddedFontLst>
    <p:embeddedFont>
      <p:font typeface="Raleway"/>
      <p:regular r:id="rId9"/>
      <p:bold r:id="rId10"/>
      <p:italic r:id="rId11"/>
      <p:boldItalic r:id="rId12"/>
    </p:embeddedFont>
    <p:embeddedFont>
      <p:font typeface="Robo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747775"/>
          </p15:clr>
        </p15:guide>
        <p15:guide id="2" pos="13824">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Molly Hall"/>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605F46-0B7D-4AC8-9FB9-0B42A5FE5D23}">
  <a:tblStyle styleId="{C8605F46-0B7D-4AC8-9FB9-0B42A5FE5D2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aleway-italic.fntdata"/><Relationship Id="rId10" Type="http://schemas.openxmlformats.org/officeDocument/2006/relationships/font" Target="fonts/Raleway-bold.fntdata"/><Relationship Id="rId13" Type="http://schemas.openxmlformats.org/officeDocument/2006/relationships/font" Target="fonts/Roboto-regular.fntdata"/><Relationship Id="rId12" Type="http://schemas.openxmlformats.org/officeDocument/2006/relationships/font" Target="fonts/Raleway-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Raleway-regular.fntdata"/><Relationship Id="rId15" Type="http://schemas.openxmlformats.org/officeDocument/2006/relationships/font" Target="fonts/Roboto-italic.fntdata"/><Relationship Id="rId14" Type="http://schemas.openxmlformats.org/officeDocument/2006/relationships/font" Target="fonts/Roboto-bold.fntdata"/><Relationship Id="rId16" Type="http://schemas.openxmlformats.org/officeDocument/2006/relationships/font" Target="fonts/Roboto-bold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7-22T22:19:52.555">
    <p:pos x="1575" y="10949"/>
    <p:text>According to what Nikki said on Slack, this is the MAF filter you used.</p:text>
  </p:cm>
  <p:cm authorId="0" idx="2" dt="2026-07-22T22:34:15.060">
    <p:pos x="20766" y="9359"/>
    <p:text>Since some of these are the same across the EUR and combined cohorts, can you find a way to show that? Maybe color coding them? Though it looks like 6 SNPs have been found, some of them are redundant.</p:text>
  </p:cm>
  <p:cm authorId="0" idx="3" dt="2026-07-22T22:36:44.027">
    <p:pos x="20727" y="13199"/>
    <p:text>This legend needs to be updated.</p:text>
  </p:cm>
  <p:cm authorId="0" idx="4" dt="2026-07-22T22:44:28.929">
    <p:pos x="17722" y="15960"/>
    <p:text>Remember though that there wasn't a disappearance of signal. This gene was never associated with hearing loss in the original PMBB version. Andre found that it was associated with tinnitus, which is why I said on Slack that we need to run the ExWAS (and RV analysis) for tinnitus in addition to hearing loss. You may want to explain that nuance a bit more in the discussion. You can say something like: though ZNF175 was not associated with hearing loss in this study, it was associated with tinnitus in previous PMBB versions and we will evaluate its association with tinnitus in a future ExWAS.</p:text>
  </p:cm>
  <p:cm authorId="0" idx="5" dt="2026-07-22T22:51:57.563">
    <p:pos x="4794" y="15525"/>
    <p:text>I updated this to better reflect the order of flowthrough and also remove the annotation part that is only relevant to the RV portion, not the ExWAS.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6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57fae1705_0_69:notes"/>
          <p:cNvSpPr/>
          <p:nvPr>
            <p:ph idx="2" type="sldImg"/>
          </p:nvPr>
        </p:nvSpPr>
        <p:spPr>
          <a:xfrm>
            <a:off x="1143263"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57fae170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496200" y="4765280"/>
            <a:ext cx="40898700" cy="13136700"/>
          </a:xfrm>
          <a:prstGeom prst="rect">
            <a:avLst/>
          </a:prstGeom>
        </p:spPr>
        <p:txBody>
          <a:bodyPr anchorCtr="0" anchor="b" bIns="479475" lIns="479475" spcFirstLastPara="1" rIns="479475" wrap="square" tIns="479475">
            <a:normAutofit/>
          </a:bodyPr>
          <a:lstStyle>
            <a:lvl1pPr lvl="0" algn="ctr">
              <a:spcBef>
                <a:spcPts val="0"/>
              </a:spcBef>
              <a:spcAft>
                <a:spcPts val="0"/>
              </a:spcAft>
              <a:buSzPts val="27271"/>
              <a:buNone/>
              <a:defRPr sz="27271"/>
            </a:lvl1pPr>
            <a:lvl2pPr lvl="1" algn="ctr">
              <a:spcBef>
                <a:spcPts val="0"/>
              </a:spcBef>
              <a:spcAft>
                <a:spcPts val="0"/>
              </a:spcAft>
              <a:buSzPts val="27271"/>
              <a:buNone/>
              <a:defRPr sz="27271"/>
            </a:lvl2pPr>
            <a:lvl3pPr lvl="2" algn="ctr">
              <a:spcBef>
                <a:spcPts val="0"/>
              </a:spcBef>
              <a:spcAft>
                <a:spcPts val="0"/>
              </a:spcAft>
              <a:buSzPts val="27271"/>
              <a:buNone/>
              <a:defRPr sz="27271"/>
            </a:lvl3pPr>
            <a:lvl4pPr lvl="3" algn="ctr">
              <a:spcBef>
                <a:spcPts val="0"/>
              </a:spcBef>
              <a:spcAft>
                <a:spcPts val="0"/>
              </a:spcAft>
              <a:buSzPts val="27271"/>
              <a:buNone/>
              <a:defRPr sz="27271"/>
            </a:lvl4pPr>
            <a:lvl5pPr lvl="4" algn="ctr">
              <a:spcBef>
                <a:spcPts val="0"/>
              </a:spcBef>
              <a:spcAft>
                <a:spcPts val="0"/>
              </a:spcAft>
              <a:buSzPts val="27271"/>
              <a:buNone/>
              <a:defRPr sz="27271"/>
            </a:lvl5pPr>
            <a:lvl6pPr lvl="5" algn="ctr">
              <a:spcBef>
                <a:spcPts val="0"/>
              </a:spcBef>
              <a:spcAft>
                <a:spcPts val="0"/>
              </a:spcAft>
              <a:buSzPts val="27271"/>
              <a:buNone/>
              <a:defRPr sz="27271"/>
            </a:lvl6pPr>
            <a:lvl7pPr lvl="6" algn="ctr">
              <a:spcBef>
                <a:spcPts val="0"/>
              </a:spcBef>
              <a:spcAft>
                <a:spcPts val="0"/>
              </a:spcAft>
              <a:buSzPts val="27271"/>
              <a:buNone/>
              <a:defRPr sz="27271"/>
            </a:lvl7pPr>
            <a:lvl8pPr lvl="7" algn="ctr">
              <a:spcBef>
                <a:spcPts val="0"/>
              </a:spcBef>
              <a:spcAft>
                <a:spcPts val="0"/>
              </a:spcAft>
              <a:buSzPts val="27271"/>
              <a:buNone/>
              <a:defRPr sz="27271"/>
            </a:lvl8pPr>
            <a:lvl9pPr lvl="8" algn="ctr">
              <a:spcBef>
                <a:spcPts val="0"/>
              </a:spcBef>
              <a:spcAft>
                <a:spcPts val="0"/>
              </a:spcAft>
              <a:buSzPts val="27271"/>
              <a:buNone/>
              <a:defRPr sz="27271"/>
            </a:lvl9pPr>
          </a:lstStyle>
          <a:p/>
        </p:txBody>
      </p:sp>
      <p:sp>
        <p:nvSpPr>
          <p:cNvPr id="11" name="Google Shape;11;p2"/>
          <p:cNvSpPr txBox="1"/>
          <p:nvPr>
            <p:ph idx="1" type="subTitle"/>
          </p:nvPr>
        </p:nvSpPr>
        <p:spPr>
          <a:xfrm>
            <a:off x="1496160" y="18138400"/>
            <a:ext cx="40898700" cy="5072700"/>
          </a:xfrm>
          <a:prstGeom prst="rect">
            <a:avLst/>
          </a:prstGeom>
        </p:spPr>
        <p:txBody>
          <a:bodyPr anchorCtr="0" anchor="t" bIns="479475" lIns="479475" spcFirstLastPara="1" rIns="479475" wrap="square" tIns="479475">
            <a:normAutofit/>
          </a:bodyPr>
          <a:lstStyle>
            <a:lvl1pPr lvl="0" algn="ctr">
              <a:lnSpc>
                <a:spcPct val="100000"/>
              </a:lnSpc>
              <a:spcBef>
                <a:spcPts val="0"/>
              </a:spcBef>
              <a:spcAft>
                <a:spcPts val="0"/>
              </a:spcAft>
              <a:buSzPts val="14684"/>
              <a:buNone/>
              <a:defRPr sz="14684"/>
            </a:lvl1pPr>
            <a:lvl2pPr lvl="1" algn="ctr">
              <a:lnSpc>
                <a:spcPct val="100000"/>
              </a:lnSpc>
              <a:spcBef>
                <a:spcPts val="0"/>
              </a:spcBef>
              <a:spcAft>
                <a:spcPts val="0"/>
              </a:spcAft>
              <a:buSzPts val="14684"/>
              <a:buNone/>
              <a:defRPr sz="14684"/>
            </a:lvl2pPr>
            <a:lvl3pPr lvl="2" algn="ctr">
              <a:lnSpc>
                <a:spcPct val="100000"/>
              </a:lnSpc>
              <a:spcBef>
                <a:spcPts val="0"/>
              </a:spcBef>
              <a:spcAft>
                <a:spcPts val="0"/>
              </a:spcAft>
              <a:buSzPts val="14684"/>
              <a:buNone/>
              <a:defRPr sz="14684"/>
            </a:lvl3pPr>
            <a:lvl4pPr lvl="3" algn="ctr">
              <a:lnSpc>
                <a:spcPct val="100000"/>
              </a:lnSpc>
              <a:spcBef>
                <a:spcPts val="0"/>
              </a:spcBef>
              <a:spcAft>
                <a:spcPts val="0"/>
              </a:spcAft>
              <a:buSzPts val="14684"/>
              <a:buNone/>
              <a:defRPr sz="14684"/>
            </a:lvl4pPr>
            <a:lvl5pPr lvl="4" algn="ctr">
              <a:lnSpc>
                <a:spcPct val="100000"/>
              </a:lnSpc>
              <a:spcBef>
                <a:spcPts val="0"/>
              </a:spcBef>
              <a:spcAft>
                <a:spcPts val="0"/>
              </a:spcAft>
              <a:buSzPts val="14684"/>
              <a:buNone/>
              <a:defRPr sz="14684"/>
            </a:lvl5pPr>
            <a:lvl6pPr lvl="5" algn="ctr">
              <a:lnSpc>
                <a:spcPct val="100000"/>
              </a:lnSpc>
              <a:spcBef>
                <a:spcPts val="0"/>
              </a:spcBef>
              <a:spcAft>
                <a:spcPts val="0"/>
              </a:spcAft>
              <a:buSzPts val="14684"/>
              <a:buNone/>
              <a:defRPr sz="14684"/>
            </a:lvl6pPr>
            <a:lvl7pPr lvl="6" algn="ctr">
              <a:lnSpc>
                <a:spcPct val="100000"/>
              </a:lnSpc>
              <a:spcBef>
                <a:spcPts val="0"/>
              </a:spcBef>
              <a:spcAft>
                <a:spcPts val="0"/>
              </a:spcAft>
              <a:buSzPts val="14684"/>
              <a:buNone/>
              <a:defRPr sz="14684"/>
            </a:lvl7pPr>
            <a:lvl8pPr lvl="7" algn="ctr">
              <a:lnSpc>
                <a:spcPct val="100000"/>
              </a:lnSpc>
              <a:spcBef>
                <a:spcPts val="0"/>
              </a:spcBef>
              <a:spcAft>
                <a:spcPts val="0"/>
              </a:spcAft>
              <a:buSzPts val="14684"/>
              <a:buNone/>
              <a:defRPr sz="14684"/>
            </a:lvl8pPr>
            <a:lvl9pPr lvl="8" algn="ctr">
              <a:lnSpc>
                <a:spcPct val="100000"/>
              </a:lnSpc>
              <a:spcBef>
                <a:spcPts val="0"/>
              </a:spcBef>
              <a:spcAft>
                <a:spcPts val="0"/>
              </a:spcAft>
              <a:buSzPts val="14684"/>
              <a:buNone/>
              <a:defRPr sz="14684"/>
            </a:lvl9pPr>
          </a:lstStyle>
          <a:p/>
        </p:txBody>
      </p:sp>
      <p:sp>
        <p:nvSpPr>
          <p:cNvPr id="12" name="Google Shape;12;p2"/>
          <p:cNvSpPr txBox="1"/>
          <p:nvPr>
            <p:ph idx="12" type="sldNum"/>
          </p:nvPr>
        </p:nvSpPr>
        <p:spPr>
          <a:xfrm>
            <a:off x="40667798" y="29844588"/>
            <a:ext cx="2633700" cy="2519100"/>
          </a:xfrm>
          <a:prstGeom prst="rect">
            <a:avLst/>
          </a:prstGeom>
        </p:spPr>
        <p:txBody>
          <a:bodyPr anchorCtr="0" anchor="ctr" bIns="479475" lIns="479475" spcFirstLastPara="1" rIns="479475" wrap="square" tIns="479475">
            <a:normAutofit/>
          </a:bodyPr>
          <a:lstStyle>
            <a:lvl1pPr lvl="0">
              <a:buNone/>
              <a:defRPr sz="5244"/>
            </a:lvl1pPr>
            <a:lvl2pPr lvl="1">
              <a:buNone/>
              <a:defRPr sz="5244"/>
            </a:lvl2pPr>
            <a:lvl3pPr lvl="2">
              <a:buNone/>
              <a:defRPr sz="5244"/>
            </a:lvl3pPr>
            <a:lvl4pPr lvl="3">
              <a:buNone/>
              <a:defRPr sz="5244"/>
            </a:lvl4pPr>
            <a:lvl5pPr lvl="4">
              <a:buNone/>
              <a:defRPr sz="5244"/>
            </a:lvl5pPr>
            <a:lvl6pPr lvl="5">
              <a:buNone/>
              <a:defRPr sz="5244"/>
            </a:lvl6pPr>
            <a:lvl7pPr lvl="6">
              <a:buNone/>
              <a:defRPr sz="5244"/>
            </a:lvl7pPr>
            <a:lvl8pPr lvl="7">
              <a:buNone/>
              <a:defRPr sz="5244"/>
            </a:lvl8pPr>
            <a:lvl9pPr lvl="8">
              <a:buNone/>
              <a:defRPr sz="52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496160" y="13765440"/>
            <a:ext cx="40898700" cy="5387700"/>
          </a:xfrm>
          <a:prstGeom prst="rect">
            <a:avLst/>
          </a:prstGeom>
        </p:spPr>
        <p:txBody>
          <a:bodyPr anchorCtr="0" anchor="ctr" bIns="479475" lIns="479475" spcFirstLastPara="1" rIns="479475" wrap="square" tIns="479475">
            <a:normAutofit/>
          </a:bodyPr>
          <a:lstStyle>
            <a:lvl1pPr lvl="0" algn="ctr">
              <a:spcBef>
                <a:spcPts val="0"/>
              </a:spcBef>
              <a:spcAft>
                <a:spcPts val="0"/>
              </a:spcAft>
              <a:buSzPts val="18880"/>
              <a:buNone/>
              <a:defRPr sz="18880"/>
            </a:lvl1pPr>
            <a:lvl2pPr lvl="1" algn="ctr">
              <a:spcBef>
                <a:spcPts val="0"/>
              </a:spcBef>
              <a:spcAft>
                <a:spcPts val="0"/>
              </a:spcAft>
              <a:buSzPts val="18880"/>
              <a:buNone/>
              <a:defRPr sz="18880"/>
            </a:lvl2pPr>
            <a:lvl3pPr lvl="2" algn="ctr">
              <a:spcBef>
                <a:spcPts val="0"/>
              </a:spcBef>
              <a:spcAft>
                <a:spcPts val="0"/>
              </a:spcAft>
              <a:buSzPts val="18880"/>
              <a:buNone/>
              <a:defRPr sz="18880"/>
            </a:lvl3pPr>
            <a:lvl4pPr lvl="3" algn="ctr">
              <a:spcBef>
                <a:spcPts val="0"/>
              </a:spcBef>
              <a:spcAft>
                <a:spcPts val="0"/>
              </a:spcAft>
              <a:buSzPts val="18880"/>
              <a:buNone/>
              <a:defRPr sz="18880"/>
            </a:lvl4pPr>
            <a:lvl5pPr lvl="4" algn="ctr">
              <a:spcBef>
                <a:spcPts val="0"/>
              </a:spcBef>
              <a:spcAft>
                <a:spcPts val="0"/>
              </a:spcAft>
              <a:buSzPts val="18880"/>
              <a:buNone/>
              <a:defRPr sz="18880"/>
            </a:lvl5pPr>
            <a:lvl6pPr lvl="5" algn="ctr">
              <a:spcBef>
                <a:spcPts val="0"/>
              </a:spcBef>
              <a:spcAft>
                <a:spcPts val="0"/>
              </a:spcAft>
              <a:buSzPts val="18880"/>
              <a:buNone/>
              <a:defRPr sz="18880"/>
            </a:lvl6pPr>
            <a:lvl7pPr lvl="6" algn="ctr">
              <a:spcBef>
                <a:spcPts val="0"/>
              </a:spcBef>
              <a:spcAft>
                <a:spcPts val="0"/>
              </a:spcAft>
              <a:buSzPts val="18880"/>
              <a:buNone/>
              <a:defRPr sz="18880"/>
            </a:lvl7pPr>
            <a:lvl8pPr lvl="7" algn="ctr">
              <a:spcBef>
                <a:spcPts val="0"/>
              </a:spcBef>
              <a:spcAft>
                <a:spcPts val="0"/>
              </a:spcAft>
              <a:buSzPts val="18880"/>
              <a:buNone/>
              <a:defRPr sz="18880"/>
            </a:lvl8pPr>
            <a:lvl9pPr lvl="8" algn="ctr">
              <a:spcBef>
                <a:spcPts val="0"/>
              </a:spcBef>
              <a:spcAft>
                <a:spcPts val="0"/>
              </a:spcAft>
              <a:buSzPts val="18880"/>
              <a:buNone/>
              <a:defRPr sz="18880"/>
            </a:lvl9pPr>
          </a:lstStyle>
          <a:p/>
        </p:txBody>
      </p:sp>
      <p:sp>
        <p:nvSpPr>
          <p:cNvPr id="15" name="Google Shape;15;p3"/>
          <p:cNvSpPr txBox="1"/>
          <p:nvPr>
            <p:ph idx="12" type="sldNum"/>
          </p:nvPr>
        </p:nvSpPr>
        <p:spPr>
          <a:xfrm>
            <a:off x="40667798" y="29844588"/>
            <a:ext cx="2633700" cy="2519100"/>
          </a:xfrm>
          <a:prstGeom prst="rect">
            <a:avLst/>
          </a:prstGeom>
        </p:spPr>
        <p:txBody>
          <a:bodyPr anchorCtr="0" anchor="ctr" bIns="479475" lIns="479475" spcFirstLastPara="1" rIns="479475" wrap="square" tIns="479475">
            <a:normAutofit/>
          </a:bodyPr>
          <a:lstStyle>
            <a:lvl1pPr lvl="0">
              <a:buNone/>
              <a:defRPr sz="5244"/>
            </a:lvl1pPr>
            <a:lvl2pPr lvl="1">
              <a:buNone/>
              <a:defRPr sz="5244"/>
            </a:lvl2pPr>
            <a:lvl3pPr lvl="2">
              <a:buNone/>
              <a:defRPr sz="5244"/>
            </a:lvl3pPr>
            <a:lvl4pPr lvl="3">
              <a:buNone/>
              <a:defRPr sz="5244"/>
            </a:lvl4pPr>
            <a:lvl5pPr lvl="4">
              <a:buNone/>
              <a:defRPr sz="5244"/>
            </a:lvl5pPr>
            <a:lvl6pPr lvl="5">
              <a:buNone/>
              <a:defRPr sz="5244"/>
            </a:lvl6pPr>
            <a:lvl7pPr lvl="6">
              <a:buNone/>
              <a:defRPr sz="5244"/>
            </a:lvl7pPr>
            <a:lvl8pPr lvl="7">
              <a:buNone/>
              <a:defRPr sz="5244"/>
            </a:lvl8pPr>
            <a:lvl9pPr lvl="8">
              <a:buNone/>
              <a:defRPr sz="52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496160" y="2848160"/>
            <a:ext cx="40898700" cy="3665400"/>
          </a:xfrm>
          <a:prstGeom prst="rect">
            <a:avLst/>
          </a:prstGeom>
        </p:spPr>
        <p:txBody>
          <a:bodyPr anchorCtr="0" anchor="t" bIns="479475" lIns="479475" spcFirstLastPara="1" rIns="479475" wrap="square" tIns="479475">
            <a:normAutofit/>
          </a:bodyPr>
          <a:lstStyle>
            <a:lvl1pPr lvl="0">
              <a:spcBef>
                <a:spcPts val="0"/>
              </a:spcBef>
              <a:spcAft>
                <a:spcPts val="0"/>
              </a:spcAft>
              <a:buSzPts val="14684"/>
              <a:buNone/>
              <a:defRPr sz="14684"/>
            </a:lvl1pPr>
            <a:lvl2pPr lvl="1">
              <a:spcBef>
                <a:spcPts val="0"/>
              </a:spcBef>
              <a:spcAft>
                <a:spcPts val="0"/>
              </a:spcAft>
              <a:buSzPts val="14684"/>
              <a:buNone/>
              <a:defRPr sz="14684"/>
            </a:lvl2pPr>
            <a:lvl3pPr lvl="2">
              <a:spcBef>
                <a:spcPts val="0"/>
              </a:spcBef>
              <a:spcAft>
                <a:spcPts val="0"/>
              </a:spcAft>
              <a:buSzPts val="14684"/>
              <a:buNone/>
              <a:defRPr sz="14684"/>
            </a:lvl3pPr>
            <a:lvl4pPr lvl="3">
              <a:spcBef>
                <a:spcPts val="0"/>
              </a:spcBef>
              <a:spcAft>
                <a:spcPts val="0"/>
              </a:spcAft>
              <a:buSzPts val="14684"/>
              <a:buNone/>
              <a:defRPr sz="14684"/>
            </a:lvl4pPr>
            <a:lvl5pPr lvl="4">
              <a:spcBef>
                <a:spcPts val="0"/>
              </a:spcBef>
              <a:spcAft>
                <a:spcPts val="0"/>
              </a:spcAft>
              <a:buSzPts val="14684"/>
              <a:buNone/>
              <a:defRPr sz="14684"/>
            </a:lvl5pPr>
            <a:lvl6pPr lvl="5">
              <a:spcBef>
                <a:spcPts val="0"/>
              </a:spcBef>
              <a:spcAft>
                <a:spcPts val="0"/>
              </a:spcAft>
              <a:buSzPts val="14684"/>
              <a:buNone/>
              <a:defRPr sz="14684"/>
            </a:lvl6pPr>
            <a:lvl7pPr lvl="6">
              <a:spcBef>
                <a:spcPts val="0"/>
              </a:spcBef>
              <a:spcAft>
                <a:spcPts val="0"/>
              </a:spcAft>
              <a:buSzPts val="14684"/>
              <a:buNone/>
              <a:defRPr sz="14684"/>
            </a:lvl7pPr>
            <a:lvl8pPr lvl="7">
              <a:spcBef>
                <a:spcPts val="0"/>
              </a:spcBef>
              <a:spcAft>
                <a:spcPts val="0"/>
              </a:spcAft>
              <a:buSzPts val="14684"/>
              <a:buNone/>
              <a:defRPr sz="14684"/>
            </a:lvl8pPr>
            <a:lvl9pPr lvl="8">
              <a:spcBef>
                <a:spcPts val="0"/>
              </a:spcBef>
              <a:spcAft>
                <a:spcPts val="0"/>
              </a:spcAft>
              <a:buSzPts val="14684"/>
              <a:buNone/>
              <a:defRPr sz="14684"/>
            </a:lvl9pPr>
          </a:lstStyle>
          <a:p/>
        </p:txBody>
      </p:sp>
      <p:sp>
        <p:nvSpPr>
          <p:cNvPr id="18" name="Google Shape;18;p4"/>
          <p:cNvSpPr txBox="1"/>
          <p:nvPr>
            <p:ph idx="1" type="body"/>
          </p:nvPr>
        </p:nvSpPr>
        <p:spPr>
          <a:xfrm>
            <a:off x="1496160" y="7375840"/>
            <a:ext cx="40898700" cy="21865200"/>
          </a:xfrm>
          <a:prstGeom prst="rect">
            <a:avLst/>
          </a:prstGeom>
        </p:spPr>
        <p:txBody>
          <a:bodyPr anchorCtr="0" anchor="t" bIns="479475" lIns="479475" spcFirstLastPara="1" rIns="479475" wrap="square" tIns="479475">
            <a:normAutofit/>
          </a:bodyPr>
          <a:lstStyle>
            <a:lvl1pPr indent="-828040" lvl="0" marL="457200">
              <a:spcBef>
                <a:spcPts val="0"/>
              </a:spcBef>
              <a:spcAft>
                <a:spcPts val="0"/>
              </a:spcAft>
              <a:buSzPts val="9440"/>
              <a:buChar char="●"/>
              <a:defRPr sz="9440"/>
            </a:lvl1pPr>
            <a:lvl2pPr indent="-694831" lvl="1" marL="914400">
              <a:spcBef>
                <a:spcPts val="0"/>
              </a:spcBef>
              <a:spcAft>
                <a:spcPts val="0"/>
              </a:spcAft>
              <a:buSzPts val="7342"/>
              <a:buChar char="○"/>
              <a:defRPr sz="7342"/>
            </a:lvl2pPr>
            <a:lvl3pPr indent="-694831" lvl="2" marL="1371600">
              <a:spcBef>
                <a:spcPts val="0"/>
              </a:spcBef>
              <a:spcAft>
                <a:spcPts val="0"/>
              </a:spcAft>
              <a:buSzPts val="7342"/>
              <a:buChar char="■"/>
              <a:defRPr sz="7342"/>
            </a:lvl3pPr>
            <a:lvl4pPr indent="-694831" lvl="3" marL="1828800">
              <a:spcBef>
                <a:spcPts val="0"/>
              </a:spcBef>
              <a:spcAft>
                <a:spcPts val="0"/>
              </a:spcAft>
              <a:buSzPts val="7342"/>
              <a:buChar char="●"/>
              <a:defRPr sz="7342"/>
            </a:lvl4pPr>
            <a:lvl5pPr indent="-694831" lvl="4" marL="2286000">
              <a:spcBef>
                <a:spcPts val="0"/>
              </a:spcBef>
              <a:spcAft>
                <a:spcPts val="0"/>
              </a:spcAft>
              <a:buSzPts val="7342"/>
              <a:buChar char="○"/>
              <a:defRPr sz="7342"/>
            </a:lvl5pPr>
            <a:lvl6pPr indent="-694831" lvl="5" marL="2743200">
              <a:spcBef>
                <a:spcPts val="0"/>
              </a:spcBef>
              <a:spcAft>
                <a:spcPts val="0"/>
              </a:spcAft>
              <a:buSzPts val="7342"/>
              <a:buChar char="■"/>
              <a:defRPr sz="7342"/>
            </a:lvl6pPr>
            <a:lvl7pPr indent="-694831" lvl="6" marL="3200400">
              <a:spcBef>
                <a:spcPts val="0"/>
              </a:spcBef>
              <a:spcAft>
                <a:spcPts val="0"/>
              </a:spcAft>
              <a:buSzPts val="7342"/>
              <a:buChar char="●"/>
              <a:defRPr sz="7342"/>
            </a:lvl7pPr>
            <a:lvl8pPr indent="-694831" lvl="7" marL="3657600">
              <a:spcBef>
                <a:spcPts val="0"/>
              </a:spcBef>
              <a:spcAft>
                <a:spcPts val="0"/>
              </a:spcAft>
              <a:buSzPts val="7342"/>
              <a:buChar char="○"/>
              <a:defRPr sz="7342"/>
            </a:lvl8pPr>
            <a:lvl9pPr indent="-694831" lvl="8" marL="4114800">
              <a:spcBef>
                <a:spcPts val="0"/>
              </a:spcBef>
              <a:spcAft>
                <a:spcPts val="0"/>
              </a:spcAft>
              <a:buSzPts val="7342"/>
              <a:buChar char="■"/>
              <a:defRPr sz="7342"/>
            </a:lvl9pPr>
          </a:lstStyle>
          <a:p/>
        </p:txBody>
      </p:sp>
      <p:sp>
        <p:nvSpPr>
          <p:cNvPr id="19" name="Google Shape;19;p4"/>
          <p:cNvSpPr txBox="1"/>
          <p:nvPr>
            <p:ph idx="12" type="sldNum"/>
          </p:nvPr>
        </p:nvSpPr>
        <p:spPr>
          <a:xfrm>
            <a:off x="40667798" y="29844588"/>
            <a:ext cx="2633700" cy="2519100"/>
          </a:xfrm>
          <a:prstGeom prst="rect">
            <a:avLst/>
          </a:prstGeom>
        </p:spPr>
        <p:txBody>
          <a:bodyPr anchorCtr="0" anchor="ctr" bIns="479475" lIns="479475" spcFirstLastPara="1" rIns="479475" wrap="square" tIns="479475">
            <a:normAutofit/>
          </a:bodyPr>
          <a:lstStyle>
            <a:lvl1pPr lvl="0">
              <a:buNone/>
              <a:defRPr sz="5244"/>
            </a:lvl1pPr>
            <a:lvl2pPr lvl="1">
              <a:buNone/>
              <a:defRPr sz="5244"/>
            </a:lvl2pPr>
            <a:lvl3pPr lvl="2">
              <a:buNone/>
              <a:defRPr sz="5244"/>
            </a:lvl3pPr>
            <a:lvl4pPr lvl="3">
              <a:buNone/>
              <a:defRPr sz="5244"/>
            </a:lvl4pPr>
            <a:lvl5pPr lvl="4">
              <a:buNone/>
              <a:defRPr sz="5244"/>
            </a:lvl5pPr>
            <a:lvl6pPr lvl="5">
              <a:buNone/>
              <a:defRPr sz="5244"/>
            </a:lvl6pPr>
            <a:lvl7pPr lvl="6">
              <a:buNone/>
              <a:defRPr sz="5244"/>
            </a:lvl7pPr>
            <a:lvl8pPr lvl="7">
              <a:buNone/>
              <a:defRPr sz="5244"/>
            </a:lvl8pPr>
            <a:lvl9pPr lvl="8">
              <a:buNone/>
              <a:defRPr sz="52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496160" y="2848160"/>
            <a:ext cx="40898700" cy="3665400"/>
          </a:xfrm>
          <a:prstGeom prst="rect">
            <a:avLst/>
          </a:prstGeom>
        </p:spPr>
        <p:txBody>
          <a:bodyPr anchorCtr="0" anchor="t" bIns="479475" lIns="479475" spcFirstLastPara="1" rIns="479475" wrap="square" tIns="479475">
            <a:normAutofit/>
          </a:bodyPr>
          <a:lstStyle>
            <a:lvl1pPr lvl="0">
              <a:spcBef>
                <a:spcPts val="0"/>
              </a:spcBef>
              <a:spcAft>
                <a:spcPts val="0"/>
              </a:spcAft>
              <a:buSzPts val="14684"/>
              <a:buNone/>
              <a:defRPr sz="14684"/>
            </a:lvl1pPr>
            <a:lvl2pPr lvl="1">
              <a:spcBef>
                <a:spcPts val="0"/>
              </a:spcBef>
              <a:spcAft>
                <a:spcPts val="0"/>
              </a:spcAft>
              <a:buSzPts val="14684"/>
              <a:buNone/>
              <a:defRPr sz="14684"/>
            </a:lvl2pPr>
            <a:lvl3pPr lvl="2">
              <a:spcBef>
                <a:spcPts val="0"/>
              </a:spcBef>
              <a:spcAft>
                <a:spcPts val="0"/>
              </a:spcAft>
              <a:buSzPts val="14684"/>
              <a:buNone/>
              <a:defRPr sz="14684"/>
            </a:lvl3pPr>
            <a:lvl4pPr lvl="3">
              <a:spcBef>
                <a:spcPts val="0"/>
              </a:spcBef>
              <a:spcAft>
                <a:spcPts val="0"/>
              </a:spcAft>
              <a:buSzPts val="14684"/>
              <a:buNone/>
              <a:defRPr sz="14684"/>
            </a:lvl4pPr>
            <a:lvl5pPr lvl="4">
              <a:spcBef>
                <a:spcPts val="0"/>
              </a:spcBef>
              <a:spcAft>
                <a:spcPts val="0"/>
              </a:spcAft>
              <a:buSzPts val="14684"/>
              <a:buNone/>
              <a:defRPr sz="14684"/>
            </a:lvl5pPr>
            <a:lvl6pPr lvl="5">
              <a:spcBef>
                <a:spcPts val="0"/>
              </a:spcBef>
              <a:spcAft>
                <a:spcPts val="0"/>
              </a:spcAft>
              <a:buSzPts val="14684"/>
              <a:buNone/>
              <a:defRPr sz="14684"/>
            </a:lvl6pPr>
            <a:lvl7pPr lvl="6">
              <a:spcBef>
                <a:spcPts val="0"/>
              </a:spcBef>
              <a:spcAft>
                <a:spcPts val="0"/>
              </a:spcAft>
              <a:buSzPts val="14684"/>
              <a:buNone/>
              <a:defRPr sz="14684"/>
            </a:lvl7pPr>
            <a:lvl8pPr lvl="7">
              <a:spcBef>
                <a:spcPts val="0"/>
              </a:spcBef>
              <a:spcAft>
                <a:spcPts val="0"/>
              </a:spcAft>
              <a:buSzPts val="14684"/>
              <a:buNone/>
              <a:defRPr sz="14684"/>
            </a:lvl8pPr>
            <a:lvl9pPr lvl="8">
              <a:spcBef>
                <a:spcPts val="0"/>
              </a:spcBef>
              <a:spcAft>
                <a:spcPts val="0"/>
              </a:spcAft>
              <a:buSzPts val="14684"/>
              <a:buNone/>
              <a:defRPr sz="14684"/>
            </a:lvl9pPr>
          </a:lstStyle>
          <a:p/>
        </p:txBody>
      </p:sp>
      <p:sp>
        <p:nvSpPr>
          <p:cNvPr id="22" name="Google Shape;22;p5"/>
          <p:cNvSpPr txBox="1"/>
          <p:nvPr>
            <p:ph idx="1" type="body"/>
          </p:nvPr>
        </p:nvSpPr>
        <p:spPr>
          <a:xfrm>
            <a:off x="1496160" y="7375840"/>
            <a:ext cx="19199700" cy="21865200"/>
          </a:xfrm>
          <a:prstGeom prst="rect">
            <a:avLst/>
          </a:prstGeom>
        </p:spPr>
        <p:txBody>
          <a:bodyPr anchorCtr="0" anchor="t" bIns="479475" lIns="479475" spcFirstLastPara="1" rIns="479475" wrap="square" tIns="479475">
            <a:normAutofit/>
          </a:bodyPr>
          <a:lstStyle>
            <a:lvl1pPr indent="-694831" lvl="0" marL="457200">
              <a:spcBef>
                <a:spcPts val="0"/>
              </a:spcBef>
              <a:spcAft>
                <a:spcPts val="0"/>
              </a:spcAft>
              <a:buSzPts val="7342"/>
              <a:buChar char="●"/>
              <a:defRPr sz="7342"/>
            </a:lvl1pPr>
            <a:lvl2pPr indent="-628226" lvl="1" marL="914400">
              <a:spcBef>
                <a:spcPts val="0"/>
              </a:spcBef>
              <a:spcAft>
                <a:spcPts val="0"/>
              </a:spcAft>
              <a:buSzPts val="6293"/>
              <a:buChar char="○"/>
              <a:defRPr sz="6293"/>
            </a:lvl2pPr>
            <a:lvl3pPr indent="-628226" lvl="2" marL="1371600">
              <a:spcBef>
                <a:spcPts val="0"/>
              </a:spcBef>
              <a:spcAft>
                <a:spcPts val="0"/>
              </a:spcAft>
              <a:buSzPts val="6293"/>
              <a:buChar char="■"/>
              <a:defRPr sz="6293"/>
            </a:lvl3pPr>
            <a:lvl4pPr indent="-628226" lvl="3" marL="1828800">
              <a:spcBef>
                <a:spcPts val="0"/>
              </a:spcBef>
              <a:spcAft>
                <a:spcPts val="0"/>
              </a:spcAft>
              <a:buSzPts val="6293"/>
              <a:buChar char="●"/>
              <a:defRPr sz="6293"/>
            </a:lvl4pPr>
            <a:lvl5pPr indent="-628226" lvl="4" marL="2286000">
              <a:spcBef>
                <a:spcPts val="0"/>
              </a:spcBef>
              <a:spcAft>
                <a:spcPts val="0"/>
              </a:spcAft>
              <a:buSzPts val="6293"/>
              <a:buChar char="○"/>
              <a:defRPr sz="6293"/>
            </a:lvl5pPr>
            <a:lvl6pPr indent="-628226" lvl="5" marL="2743200">
              <a:spcBef>
                <a:spcPts val="0"/>
              </a:spcBef>
              <a:spcAft>
                <a:spcPts val="0"/>
              </a:spcAft>
              <a:buSzPts val="6293"/>
              <a:buChar char="■"/>
              <a:defRPr sz="6293"/>
            </a:lvl6pPr>
            <a:lvl7pPr indent="-628226" lvl="6" marL="3200400">
              <a:spcBef>
                <a:spcPts val="0"/>
              </a:spcBef>
              <a:spcAft>
                <a:spcPts val="0"/>
              </a:spcAft>
              <a:buSzPts val="6293"/>
              <a:buChar char="●"/>
              <a:defRPr sz="6293"/>
            </a:lvl7pPr>
            <a:lvl8pPr indent="-628226" lvl="7" marL="3657600">
              <a:spcBef>
                <a:spcPts val="0"/>
              </a:spcBef>
              <a:spcAft>
                <a:spcPts val="0"/>
              </a:spcAft>
              <a:buSzPts val="6293"/>
              <a:buChar char="○"/>
              <a:defRPr sz="6293"/>
            </a:lvl8pPr>
            <a:lvl9pPr indent="-628226" lvl="8" marL="4114800">
              <a:spcBef>
                <a:spcPts val="0"/>
              </a:spcBef>
              <a:spcAft>
                <a:spcPts val="0"/>
              </a:spcAft>
              <a:buSzPts val="6293"/>
              <a:buChar char="■"/>
              <a:defRPr sz="6293"/>
            </a:lvl9pPr>
          </a:lstStyle>
          <a:p/>
        </p:txBody>
      </p:sp>
      <p:sp>
        <p:nvSpPr>
          <p:cNvPr id="23" name="Google Shape;23;p5"/>
          <p:cNvSpPr txBox="1"/>
          <p:nvPr>
            <p:ph idx="2" type="body"/>
          </p:nvPr>
        </p:nvSpPr>
        <p:spPr>
          <a:xfrm>
            <a:off x="23195520" y="7375840"/>
            <a:ext cx="19199700" cy="21865200"/>
          </a:xfrm>
          <a:prstGeom prst="rect">
            <a:avLst/>
          </a:prstGeom>
        </p:spPr>
        <p:txBody>
          <a:bodyPr anchorCtr="0" anchor="t" bIns="479475" lIns="479475" spcFirstLastPara="1" rIns="479475" wrap="square" tIns="479475">
            <a:normAutofit/>
          </a:bodyPr>
          <a:lstStyle>
            <a:lvl1pPr indent="-694831" lvl="0" marL="457200">
              <a:spcBef>
                <a:spcPts val="0"/>
              </a:spcBef>
              <a:spcAft>
                <a:spcPts val="0"/>
              </a:spcAft>
              <a:buSzPts val="7342"/>
              <a:buChar char="●"/>
              <a:defRPr sz="7342"/>
            </a:lvl1pPr>
            <a:lvl2pPr indent="-628226" lvl="1" marL="914400">
              <a:spcBef>
                <a:spcPts val="0"/>
              </a:spcBef>
              <a:spcAft>
                <a:spcPts val="0"/>
              </a:spcAft>
              <a:buSzPts val="6293"/>
              <a:buChar char="○"/>
              <a:defRPr sz="6293"/>
            </a:lvl2pPr>
            <a:lvl3pPr indent="-628226" lvl="2" marL="1371600">
              <a:spcBef>
                <a:spcPts val="0"/>
              </a:spcBef>
              <a:spcAft>
                <a:spcPts val="0"/>
              </a:spcAft>
              <a:buSzPts val="6293"/>
              <a:buChar char="■"/>
              <a:defRPr sz="6293"/>
            </a:lvl3pPr>
            <a:lvl4pPr indent="-628226" lvl="3" marL="1828800">
              <a:spcBef>
                <a:spcPts val="0"/>
              </a:spcBef>
              <a:spcAft>
                <a:spcPts val="0"/>
              </a:spcAft>
              <a:buSzPts val="6293"/>
              <a:buChar char="●"/>
              <a:defRPr sz="6293"/>
            </a:lvl4pPr>
            <a:lvl5pPr indent="-628226" lvl="4" marL="2286000">
              <a:spcBef>
                <a:spcPts val="0"/>
              </a:spcBef>
              <a:spcAft>
                <a:spcPts val="0"/>
              </a:spcAft>
              <a:buSzPts val="6293"/>
              <a:buChar char="○"/>
              <a:defRPr sz="6293"/>
            </a:lvl5pPr>
            <a:lvl6pPr indent="-628226" lvl="5" marL="2743200">
              <a:spcBef>
                <a:spcPts val="0"/>
              </a:spcBef>
              <a:spcAft>
                <a:spcPts val="0"/>
              </a:spcAft>
              <a:buSzPts val="6293"/>
              <a:buChar char="■"/>
              <a:defRPr sz="6293"/>
            </a:lvl6pPr>
            <a:lvl7pPr indent="-628226" lvl="6" marL="3200400">
              <a:spcBef>
                <a:spcPts val="0"/>
              </a:spcBef>
              <a:spcAft>
                <a:spcPts val="0"/>
              </a:spcAft>
              <a:buSzPts val="6293"/>
              <a:buChar char="●"/>
              <a:defRPr sz="6293"/>
            </a:lvl7pPr>
            <a:lvl8pPr indent="-628226" lvl="7" marL="3657600">
              <a:spcBef>
                <a:spcPts val="0"/>
              </a:spcBef>
              <a:spcAft>
                <a:spcPts val="0"/>
              </a:spcAft>
              <a:buSzPts val="6293"/>
              <a:buChar char="○"/>
              <a:defRPr sz="6293"/>
            </a:lvl8pPr>
            <a:lvl9pPr indent="-628226" lvl="8" marL="4114800">
              <a:spcBef>
                <a:spcPts val="0"/>
              </a:spcBef>
              <a:spcAft>
                <a:spcPts val="0"/>
              </a:spcAft>
              <a:buSzPts val="6293"/>
              <a:buChar char="■"/>
              <a:defRPr sz="6293"/>
            </a:lvl9pPr>
          </a:lstStyle>
          <a:p/>
        </p:txBody>
      </p:sp>
      <p:sp>
        <p:nvSpPr>
          <p:cNvPr id="24" name="Google Shape;24;p5"/>
          <p:cNvSpPr txBox="1"/>
          <p:nvPr>
            <p:ph idx="12" type="sldNum"/>
          </p:nvPr>
        </p:nvSpPr>
        <p:spPr>
          <a:xfrm>
            <a:off x="40667798" y="29844588"/>
            <a:ext cx="2633700" cy="2519100"/>
          </a:xfrm>
          <a:prstGeom prst="rect">
            <a:avLst/>
          </a:prstGeom>
        </p:spPr>
        <p:txBody>
          <a:bodyPr anchorCtr="0" anchor="ctr" bIns="479475" lIns="479475" spcFirstLastPara="1" rIns="479475" wrap="square" tIns="479475">
            <a:normAutofit/>
          </a:bodyPr>
          <a:lstStyle>
            <a:lvl1pPr lvl="0">
              <a:buNone/>
              <a:defRPr sz="5244"/>
            </a:lvl1pPr>
            <a:lvl2pPr lvl="1">
              <a:buNone/>
              <a:defRPr sz="5244"/>
            </a:lvl2pPr>
            <a:lvl3pPr lvl="2">
              <a:buNone/>
              <a:defRPr sz="5244"/>
            </a:lvl3pPr>
            <a:lvl4pPr lvl="3">
              <a:buNone/>
              <a:defRPr sz="5244"/>
            </a:lvl4pPr>
            <a:lvl5pPr lvl="4">
              <a:buNone/>
              <a:defRPr sz="5244"/>
            </a:lvl5pPr>
            <a:lvl6pPr lvl="5">
              <a:buNone/>
              <a:defRPr sz="5244"/>
            </a:lvl6pPr>
            <a:lvl7pPr lvl="6">
              <a:buNone/>
              <a:defRPr sz="5244"/>
            </a:lvl7pPr>
            <a:lvl8pPr lvl="7">
              <a:buNone/>
              <a:defRPr sz="5244"/>
            </a:lvl8pPr>
            <a:lvl9pPr lvl="8">
              <a:buNone/>
              <a:defRPr sz="52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496160" y="2848160"/>
            <a:ext cx="40898700" cy="3665400"/>
          </a:xfrm>
          <a:prstGeom prst="rect">
            <a:avLst/>
          </a:prstGeom>
        </p:spPr>
        <p:txBody>
          <a:bodyPr anchorCtr="0" anchor="t" bIns="479475" lIns="479475" spcFirstLastPara="1" rIns="479475" wrap="square" tIns="479475">
            <a:normAutofit/>
          </a:bodyPr>
          <a:lstStyle>
            <a:lvl1pPr lvl="0">
              <a:spcBef>
                <a:spcPts val="0"/>
              </a:spcBef>
              <a:spcAft>
                <a:spcPts val="0"/>
              </a:spcAft>
              <a:buSzPts val="14684"/>
              <a:buNone/>
              <a:defRPr sz="14684"/>
            </a:lvl1pPr>
            <a:lvl2pPr lvl="1">
              <a:spcBef>
                <a:spcPts val="0"/>
              </a:spcBef>
              <a:spcAft>
                <a:spcPts val="0"/>
              </a:spcAft>
              <a:buSzPts val="14684"/>
              <a:buNone/>
              <a:defRPr sz="14684"/>
            </a:lvl2pPr>
            <a:lvl3pPr lvl="2">
              <a:spcBef>
                <a:spcPts val="0"/>
              </a:spcBef>
              <a:spcAft>
                <a:spcPts val="0"/>
              </a:spcAft>
              <a:buSzPts val="14684"/>
              <a:buNone/>
              <a:defRPr sz="14684"/>
            </a:lvl3pPr>
            <a:lvl4pPr lvl="3">
              <a:spcBef>
                <a:spcPts val="0"/>
              </a:spcBef>
              <a:spcAft>
                <a:spcPts val="0"/>
              </a:spcAft>
              <a:buSzPts val="14684"/>
              <a:buNone/>
              <a:defRPr sz="14684"/>
            </a:lvl4pPr>
            <a:lvl5pPr lvl="4">
              <a:spcBef>
                <a:spcPts val="0"/>
              </a:spcBef>
              <a:spcAft>
                <a:spcPts val="0"/>
              </a:spcAft>
              <a:buSzPts val="14684"/>
              <a:buNone/>
              <a:defRPr sz="14684"/>
            </a:lvl5pPr>
            <a:lvl6pPr lvl="5">
              <a:spcBef>
                <a:spcPts val="0"/>
              </a:spcBef>
              <a:spcAft>
                <a:spcPts val="0"/>
              </a:spcAft>
              <a:buSzPts val="14684"/>
              <a:buNone/>
              <a:defRPr sz="14684"/>
            </a:lvl6pPr>
            <a:lvl7pPr lvl="6">
              <a:spcBef>
                <a:spcPts val="0"/>
              </a:spcBef>
              <a:spcAft>
                <a:spcPts val="0"/>
              </a:spcAft>
              <a:buSzPts val="14684"/>
              <a:buNone/>
              <a:defRPr sz="14684"/>
            </a:lvl7pPr>
            <a:lvl8pPr lvl="7">
              <a:spcBef>
                <a:spcPts val="0"/>
              </a:spcBef>
              <a:spcAft>
                <a:spcPts val="0"/>
              </a:spcAft>
              <a:buSzPts val="14684"/>
              <a:buNone/>
              <a:defRPr sz="14684"/>
            </a:lvl8pPr>
            <a:lvl9pPr lvl="8">
              <a:spcBef>
                <a:spcPts val="0"/>
              </a:spcBef>
              <a:spcAft>
                <a:spcPts val="0"/>
              </a:spcAft>
              <a:buSzPts val="14684"/>
              <a:buNone/>
              <a:defRPr sz="14684"/>
            </a:lvl9pPr>
          </a:lstStyle>
          <a:p/>
        </p:txBody>
      </p:sp>
      <p:sp>
        <p:nvSpPr>
          <p:cNvPr id="27" name="Google Shape;27;p6"/>
          <p:cNvSpPr txBox="1"/>
          <p:nvPr>
            <p:ph idx="12" type="sldNum"/>
          </p:nvPr>
        </p:nvSpPr>
        <p:spPr>
          <a:xfrm>
            <a:off x="40667798" y="29844588"/>
            <a:ext cx="2633700" cy="2519100"/>
          </a:xfrm>
          <a:prstGeom prst="rect">
            <a:avLst/>
          </a:prstGeom>
        </p:spPr>
        <p:txBody>
          <a:bodyPr anchorCtr="0" anchor="ctr" bIns="479475" lIns="479475" spcFirstLastPara="1" rIns="479475" wrap="square" tIns="479475">
            <a:normAutofit/>
          </a:bodyPr>
          <a:lstStyle>
            <a:lvl1pPr lvl="0">
              <a:buNone/>
              <a:defRPr sz="5244"/>
            </a:lvl1pPr>
            <a:lvl2pPr lvl="1">
              <a:buNone/>
              <a:defRPr sz="5244"/>
            </a:lvl2pPr>
            <a:lvl3pPr lvl="2">
              <a:buNone/>
              <a:defRPr sz="5244"/>
            </a:lvl3pPr>
            <a:lvl4pPr lvl="3">
              <a:buNone/>
              <a:defRPr sz="5244"/>
            </a:lvl4pPr>
            <a:lvl5pPr lvl="4">
              <a:buNone/>
              <a:defRPr sz="5244"/>
            </a:lvl5pPr>
            <a:lvl6pPr lvl="5">
              <a:buNone/>
              <a:defRPr sz="5244"/>
            </a:lvl6pPr>
            <a:lvl7pPr lvl="6">
              <a:buNone/>
              <a:defRPr sz="5244"/>
            </a:lvl7pPr>
            <a:lvl8pPr lvl="7">
              <a:buNone/>
              <a:defRPr sz="5244"/>
            </a:lvl8pPr>
            <a:lvl9pPr lvl="8">
              <a:buNone/>
              <a:defRPr sz="52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496160" y="3555840"/>
            <a:ext cx="13478400" cy="4836300"/>
          </a:xfrm>
          <a:prstGeom prst="rect">
            <a:avLst/>
          </a:prstGeom>
        </p:spPr>
        <p:txBody>
          <a:bodyPr anchorCtr="0" anchor="b" bIns="479475" lIns="479475" spcFirstLastPara="1" rIns="479475" wrap="square" tIns="479475">
            <a:normAutofit/>
          </a:bodyPr>
          <a:lstStyle>
            <a:lvl1pPr lvl="0">
              <a:spcBef>
                <a:spcPts val="0"/>
              </a:spcBef>
              <a:spcAft>
                <a:spcPts val="0"/>
              </a:spcAft>
              <a:buSzPts val="12587"/>
              <a:buNone/>
              <a:defRPr sz="12587"/>
            </a:lvl1pPr>
            <a:lvl2pPr lvl="1">
              <a:spcBef>
                <a:spcPts val="0"/>
              </a:spcBef>
              <a:spcAft>
                <a:spcPts val="0"/>
              </a:spcAft>
              <a:buSzPts val="12587"/>
              <a:buNone/>
              <a:defRPr sz="12587"/>
            </a:lvl2pPr>
            <a:lvl3pPr lvl="2">
              <a:spcBef>
                <a:spcPts val="0"/>
              </a:spcBef>
              <a:spcAft>
                <a:spcPts val="0"/>
              </a:spcAft>
              <a:buSzPts val="12587"/>
              <a:buNone/>
              <a:defRPr sz="12587"/>
            </a:lvl3pPr>
            <a:lvl4pPr lvl="3">
              <a:spcBef>
                <a:spcPts val="0"/>
              </a:spcBef>
              <a:spcAft>
                <a:spcPts val="0"/>
              </a:spcAft>
              <a:buSzPts val="12587"/>
              <a:buNone/>
              <a:defRPr sz="12587"/>
            </a:lvl4pPr>
            <a:lvl5pPr lvl="4">
              <a:spcBef>
                <a:spcPts val="0"/>
              </a:spcBef>
              <a:spcAft>
                <a:spcPts val="0"/>
              </a:spcAft>
              <a:buSzPts val="12587"/>
              <a:buNone/>
              <a:defRPr sz="12587"/>
            </a:lvl5pPr>
            <a:lvl6pPr lvl="5">
              <a:spcBef>
                <a:spcPts val="0"/>
              </a:spcBef>
              <a:spcAft>
                <a:spcPts val="0"/>
              </a:spcAft>
              <a:buSzPts val="12587"/>
              <a:buNone/>
              <a:defRPr sz="12587"/>
            </a:lvl6pPr>
            <a:lvl7pPr lvl="6">
              <a:spcBef>
                <a:spcPts val="0"/>
              </a:spcBef>
              <a:spcAft>
                <a:spcPts val="0"/>
              </a:spcAft>
              <a:buSzPts val="12587"/>
              <a:buNone/>
              <a:defRPr sz="12587"/>
            </a:lvl7pPr>
            <a:lvl8pPr lvl="7">
              <a:spcBef>
                <a:spcPts val="0"/>
              </a:spcBef>
              <a:spcAft>
                <a:spcPts val="0"/>
              </a:spcAft>
              <a:buSzPts val="12587"/>
              <a:buNone/>
              <a:defRPr sz="12587"/>
            </a:lvl8pPr>
            <a:lvl9pPr lvl="8">
              <a:spcBef>
                <a:spcPts val="0"/>
              </a:spcBef>
              <a:spcAft>
                <a:spcPts val="0"/>
              </a:spcAft>
              <a:buSzPts val="12587"/>
              <a:buNone/>
              <a:defRPr sz="12587"/>
            </a:lvl9pPr>
          </a:lstStyle>
          <a:p/>
        </p:txBody>
      </p:sp>
      <p:sp>
        <p:nvSpPr>
          <p:cNvPr id="30" name="Google Shape;30;p7"/>
          <p:cNvSpPr txBox="1"/>
          <p:nvPr>
            <p:ph idx="1" type="body"/>
          </p:nvPr>
        </p:nvSpPr>
        <p:spPr>
          <a:xfrm>
            <a:off x="1496160" y="8893440"/>
            <a:ext cx="13478400" cy="20348100"/>
          </a:xfrm>
          <a:prstGeom prst="rect">
            <a:avLst/>
          </a:prstGeom>
        </p:spPr>
        <p:txBody>
          <a:bodyPr anchorCtr="0" anchor="t" bIns="479475" lIns="479475" spcFirstLastPara="1" rIns="479475" wrap="square" tIns="479475">
            <a:normAutofit/>
          </a:bodyPr>
          <a:lstStyle>
            <a:lvl1pPr indent="-628226" lvl="0" marL="457200">
              <a:spcBef>
                <a:spcPts val="0"/>
              </a:spcBef>
              <a:spcAft>
                <a:spcPts val="0"/>
              </a:spcAft>
              <a:buSzPts val="6293"/>
              <a:buChar char="●"/>
              <a:defRPr sz="6293"/>
            </a:lvl1pPr>
            <a:lvl2pPr indent="-628226" lvl="1" marL="914400">
              <a:spcBef>
                <a:spcPts val="0"/>
              </a:spcBef>
              <a:spcAft>
                <a:spcPts val="0"/>
              </a:spcAft>
              <a:buSzPts val="6293"/>
              <a:buChar char="○"/>
              <a:defRPr sz="6293"/>
            </a:lvl2pPr>
            <a:lvl3pPr indent="-628226" lvl="2" marL="1371600">
              <a:spcBef>
                <a:spcPts val="0"/>
              </a:spcBef>
              <a:spcAft>
                <a:spcPts val="0"/>
              </a:spcAft>
              <a:buSzPts val="6293"/>
              <a:buChar char="■"/>
              <a:defRPr sz="6293"/>
            </a:lvl3pPr>
            <a:lvl4pPr indent="-628226" lvl="3" marL="1828800">
              <a:spcBef>
                <a:spcPts val="0"/>
              </a:spcBef>
              <a:spcAft>
                <a:spcPts val="0"/>
              </a:spcAft>
              <a:buSzPts val="6293"/>
              <a:buChar char="●"/>
              <a:defRPr sz="6293"/>
            </a:lvl4pPr>
            <a:lvl5pPr indent="-628226" lvl="4" marL="2286000">
              <a:spcBef>
                <a:spcPts val="0"/>
              </a:spcBef>
              <a:spcAft>
                <a:spcPts val="0"/>
              </a:spcAft>
              <a:buSzPts val="6293"/>
              <a:buChar char="○"/>
              <a:defRPr sz="6293"/>
            </a:lvl5pPr>
            <a:lvl6pPr indent="-628226" lvl="5" marL="2743200">
              <a:spcBef>
                <a:spcPts val="0"/>
              </a:spcBef>
              <a:spcAft>
                <a:spcPts val="0"/>
              </a:spcAft>
              <a:buSzPts val="6293"/>
              <a:buChar char="■"/>
              <a:defRPr sz="6293"/>
            </a:lvl6pPr>
            <a:lvl7pPr indent="-628226" lvl="6" marL="3200400">
              <a:spcBef>
                <a:spcPts val="0"/>
              </a:spcBef>
              <a:spcAft>
                <a:spcPts val="0"/>
              </a:spcAft>
              <a:buSzPts val="6293"/>
              <a:buChar char="●"/>
              <a:defRPr sz="6293"/>
            </a:lvl7pPr>
            <a:lvl8pPr indent="-628226" lvl="7" marL="3657600">
              <a:spcBef>
                <a:spcPts val="0"/>
              </a:spcBef>
              <a:spcAft>
                <a:spcPts val="0"/>
              </a:spcAft>
              <a:buSzPts val="6293"/>
              <a:buChar char="○"/>
              <a:defRPr sz="6293"/>
            </a:lvl8pPr>
            <a:lvl9pPr indent="-628226" lvl="8" marL="4114800">
              <a:spcBef>
                <a:spcPts val="0"/>
              </a:spcBef>
              <a:spcAft>
                <a:spcPts val="0"/>
              </a:spcAft>
              <a:buSzPts val="6293"/>
              <a:buChar char="■"/>
              <a:defRPr sz="6293"/>
            </a:lvl9pPr>
          </a:lstStyle>
          <a:p/>
        </p:txBody>
      </p:sp>
      <p:sp>
        <p:nvSpPr>
          <p:cNvPr id="31" name="Google Shape;31;p7"/>
          <p:cNvSpPr txBox="1"/>
          <p:nvPr>
            <p:ph idx="12" type="sldNum"/>
          </p:nvPr>
        </p:nvSpPr>
        <p:spPr>
          <a:xfrm>
            <a:off x="40667798" y="29844588"/>
            <a:ext cx="2633700" cy="2519100"/>
          </a:xfrm>
          <a:prstGeom prst="rect">
            <a:avLst/>
          </a:prstGeom>
        </p:spPr>
        <p:txBody>
          <a:bodyPr anchorCtr="0" anchor="ctr" bIns="479475" lIns="479475" spcFirstLastPara="1" rIns="479475" wrap="square" tIns="479475">
            <a:normAutofit/>
          </a:bodyPr>
          <a:lstStyle>
            <a:lvl1pPr lvl="0">
              <a:buNone/>
              <a:defRPr sz="5244"/>
            </a:lvl1pPr>
            <a:lvl2pPr lvl="1">
              <a:buNone/>
              <a:defRPr sz="5244"/>
            </a:lvl2pPr>
            <a:lvl3pPr lvl="2">
              <a:buNone/>
              <a:defRPr sz="5244"/>
            </a:lvl3pPr>
            <a:lvl4pPr lvl="3">
              <a:buNone/>
              <a:defRPr sz="5244"/>
            </a:lvl4pPr>
            <a:lvl5pPr lvl="4">
              <a:buNone/>
              <a:defRPr sz="5244"/>
            </a:lvl5pPr>
            <a:lvl6pPr lvl="5">
              <a:buNone/>
              <a:defRPr sz="5244"/>
            </a:lvl6pPr>
            <a:lvl7pPr lvl="6">
              <a:buNone/>
              <a:defRPr sz="5244"/>
            </a:lvl7pPr>
            <a:lvl8pPr lvl="7">
              <a:buNone/>
              <a:defRPr sz="5244"/>
            </a:lvl8pPr>
            <a:lvl9pPr lvl="8">
              <a:buNone/>
              <a:defRPr sz="52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2353200" y="2880960"/>
            <a:ext cx="30565500" cy="26181300"/>
          </a:xfrm>
          <a:prstGeom prst="rect">
            <a:avLst/>
          </a:prstGeom>
        </p:spPr>
        <p:txBody>
          <a:bodyPr anchorCtr="0" anchor="ctr" bIns="479475" lIns="479475" spcFirstLastPara="1" rIns="479475" wrap="square" tIns="479475">
            <a:normAutofit/>
          </a:bodyPr>
          <a:lstStyle>
            <a:lvl1pPr lvl="0">
              <a:spcBef>
                <a:spcPts val="0"/>
              </a:spcBef>
              <a:spcAft>
                <a:spcPts val="0"/>
              </a:spcAft>
              <a:buSzPts val="25173"/>
              <a:buNone/>
              <a:defRPr sz="25173"/>
            </a:lvl1pPr>
            <a:lvl2pPr lvl="1">
              <a:spcBef>
                <a:spcPts val="0"/>
              </a:spcBef>
              <a:spcAft>
                <a:spcPts val="0"/>
              </a:spcAft>
              <a:buSzPts val="25173"/>
              <a:buNone/>
              <a:defRPr sz="25173"/>
            </a:lvl2pPr>
            <a:lvl3pPr lvl="2">
              <a:spcBef>
                <a:spcPts val="0"/>
              </a:spcBef>
              <a:spcAft>
                <a:spcPts val="0"/>
              </a:spcAft>
              <a:buSzPts val="25173"/>
              <a:buNone/>
              <a:defRPr sz="25173"/>
            </a:lvl3pPr>
            <a:lvl4pPr lvl="3">
              <a:spcBef>
                <a:spcPts val="0"/>
              </a:spcBef>
              <a:spcAft>
                <a:spcPts val="0"/>
              </a:spcAft>
              <a:buSzPts val="25173"/>
              <a:buNone/>
              <a:defRPr sz="25173"/>
            </a:lvl4pPr>
            <a:lvl5pPr lvl="4">
              <a:spcBef>
                <a:spcPts val="0"/>
              </a:spcBef>
              <a:spcAft>
                <a:spcPts val="0"/>
              </a:spcAft>
              <a:buSzPts val="25173"/>
              <a:buNone/>
              <a:defRPr sz="25173"/>
            </a:lvl5pPr>
            <a:lvl6pPr lvl="5">
              <a:spcBef>
                <a:spcPts val="0"/>
              </a:spcBef>
              <a:spcAft>
                <a:spcPts val="0"/>
              </a:spcAft>
              <a:buSzPts val="25173"/>
              <a:buNone/>
              <a:defRPr sz="25173"/>
            </a:lvl6pPr>
            <a:lvl7pPr lvl="6">
              <a:spcBef>
                <a:spcPts val="0"/>
              </a:spcBef>
              <a:spcAft>
                <a:spcPts val="0"/>
              </a:spcAft>
              <a:buSzPts val="25173"/>
              <a:buNone/>
              <a:defRPr sz="25173"/>
            </a:lvl7pPr>
            <a:lvl8pPr lvl="7">
              <a:spcBef>
                <a:spcPts val="0"/>
              </a:spcBef>
              <a:spcAft>
                <a:spcPts val="0"/>
              </a:spcAft>
              <a:buSzPts val="25173"/>
              <a:buNone/>
              <a:defRPr sz="25173"/>
            </a:lvl8pPr>
            <a:lvl9pPr lvl="8">
              <a:spcBef>
                <a:spcPts val="0"/>
              </a:spcBef>
              <a:spcAft>
                <a:spcPts val="0"/>
              </a:spcAft>
              <a:buSzPts val="25173"/>
              <a:buNone/>
              <a:defRPr sz="25173"/>
            </a:lvl9pPr>
          </a:lstStyle>
          <a:p/>
        </p:txBody>
      </p:sp>
      <p:sp>
        <p:nvSpPr>
          <p:cNvPr id="34" name="Google Shape;34;p8"/>
          <p:cNvSpPr txBox="1"/>
          <p:nvPr>
            <p:ph idx="12" type="sldNum"/>
          </p:nvPr>
        </p:nvSpPr>
        <p:spPr>
          <a:xfrm>
            <a:off x="40667798" y="29844588"/>
            <a:ext cx="2633700" cy="2519100"/>
          </a:xfrm>
          <a:prstGeom prst="rect">
            <a:avLst/>
          </a:prstGeom>
        </p:spPr>
        <p:txBody>
          <a:bodyPr anchorCtr="0" anchor="ctr" bIns="479475" lIns="479475" spcFirstLastPara="1" rIns="479475" wrap="square" tIns="479475">
            <a:normAutofit/>
          </a:bodyPr>
          <a:lstStyle>
            <a:lvl1pPr lvl="0">
              <a:buNone/>
              <a:defRPr sz="5244"/>
            </a:lvl1pPr>
            <a:lvl2pPr lvl="1">
              <a:buNone/>
              <a:defRPr sz="5244"/>
            </a:lvl2pPr>
            <a:lvl3pPr lvl="2">
              <a:buNone/>
              <a:defRPr sz="5244"/>
            </a:lvl3pPr>
            <a:lvl4pPr lvl="3">
              <a:buNone/>
              <a:defRPr sz="5244"/>
            </a:lvl4pPr>
            <a:lvl5pPr lvl="4">
              <a:buNone/>
              <a:defRPr sz="5244"/>
            </a:lvl5pPr>
            <a:lvl6pPr lvl="5">
              <a:buNone/>
              <a:defRPr sz="5244"/>
            </a:lvl6pPr>
            <a:lvl7pPr lvl="6">
              <a:buNone/>
              <a:defRPr sz="5244"/>
            </a:lvl7pPr>
            <a:lvl8pPr lvl="7">
              <a:buNone/>
              <a:defRPr sz="5244"/>
            </a:lvl8pPr>
            <a:lvl9pPr lvl="8">
              <a:buNone/>
              <a:defRPr sz="52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21945600" y="-800"/>
            <a:ext cx="21945600" cy="32918400"/>
          </a:xfrm>
          <a:prstGeom prst="rect">
            <a:avLst/>
          </a:prstGeom>
          <a:solidFill>
            <a:schemeClr val="lt2"/>
          </a:solidFill>
          <a:ln>
            <a:noFill/>
          </a:ln>
        </p:spPr>
        <p:txBody>
          <a:bodyPr anchorCtr="0" anchor="ctr" bIns="479475" lIns="479475" spcFirstLastPara="1" rIns="479475" wrap="square" tIns="479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274400" y="7892320"/>
            <a:ext cx="19416900" cy="9486600"/>
          </a:xfrm>
          <a:prstGeom prst="rect">
            <a:avLst/>
          </a:prstGeom>
        </p:spPr>
        <p:txBody>
          <a:bodyPr anchorCtr="0" anchor="b" bIns="479475" lIns="479475" spcFirstLastPara="1" rIns="479475" wrap="square" tIns="479475">
            <a:normAutofit/>
          </a:bodyPr>
          <a:lstStyle>
            <a:lvl1pPr lvl="0" algn="ctr">
              <a:spcBef>
                <a:spcPts val="0"/>
              </a:spcBef>
              <a:spcAft>
                <a:spcPts val="0"/>
              </a:spcAft>
              <a:buSzPts val="22027"/>
              <a:buNone/>
              <a:defRPr sz="22027"/>
            </a:lvl1pPr>
            <a:lvl2pPr lvl="1" algn="ctr">
              <a:spcBef>
                <a:spcPts val="0"/>
              </a:spcBef>
              <a:spcAft>
                <a:spcPts val="0"/>
              </a:spcAft>
              <a:buSzPts val="22027"/>
              <a:buNone/>
              <a:defRPr sz="22027"/>
            </a:lvl2pPr>
            <a:lvl3pPr lvl="2" algn="ctr">
              <a:spcBef>
                <a:spcPts val="0"/>
              </a:spcBef>
              <a:spcAft>
                <a:spcPts val="0"/>
              </a:spcAft>
              <a:buSzPts val="22027"/>
              <a:buNone/>
              <a:defRPr sz="22027"/>
            </a:lvl3pPr>
            <a:lvl4pPr lvl="3" algn="ctr">
              <a:spcBef>
                <a:spcPts val="0"/>
              </a:spcBef>
              <a:spcAft>
                <a:spcPts val="0"/>
              </a:spcAft>
              <a:buSzPts val="22027"/>
              <a:buNone/>
              <a:defRPr sz="22027"/>
            </a:lvl4pPr>
            <a:lvl5pPr lvl="4" algn="ctr">
              <a:spcBef>
                <a:spcPts val="0"/>
              </a:spcBef>
              <a:spcAft>
                <a:spcPts val="0"/>
              </a:spcAft>
              <a:buSzPts val="22027"/>
              <a:buNone/>
              <a:defRPr sz="22027"/>
            </a:lvl5pPr>
            <a:lvl6pPr lvl="5" algn="ctr">
              <a:spcBef>
                <a:spcPts val="0"/>
              </a:spcBef>
              <a:spcAft>
                <a:spcPts val="0"/>
              </a:spcAft>
              <a:buSzPts val="22027"/>
              <a:buNone/>
              <a:defRPr sz="22027"/>
            </a:lvl6pPr>
            <a:lvl7pPr lvl="6" algn="ctr">
              <a:spcBef>
                <a:spcPts val="0"/>
              </a:spcBef>
              <a:spcAft>
                <a:spcPts val="0"/>
              </a:spcAft>
              <a:buSzPts val="22027"/>
              <a:buNone/>
              <a:defRPr sz="22027"/>
            </a:lvl7pPr>
            <a:lvl8pPr lvl="7" algn="ctr">
              <a:spcBef>
                <a:spcPts val="0"/>
              </a:spcBef>
              <a:spcAft>
                <a:spcPts val="0"/>
              </a:spcAft>
              <a:buSzPts val="22027"/>
              <a:buNone/>
              <a:defRPr sz="22027"/>
            </a:lvl8pPr>
            <a:lvl9pPr lvl="8" algn="ctr">
              <a:spcBef>
                <a:spcPts val="0"/>
              </a:spcBef>
              <a:spcAft>
                <a:spcPts val="0"/>
              </a:spcAft>
              <a:buSzPts val="22027"/>
              <a:buNone/>
              <a:defRPr sz="22027"/>
            </a:lvl9pPr>
          </a:lstStyle>
          <a:p/>
        </p:txBody>
      </p:sp>
      <p:sp>
        <p:nvSpPr>
          <p:cNvPr id="38" name="Google Shape;38;p9"/>
          <p:cNvSpPr txBox="1"/>
          <p:nvPr>
            <p:ph idx="1" type="subTitle"/>
          </p:nvPr>
        </p:nvSpPr>
        <p:spPr>
          <a:xfrm>
            <a:off x="1274400" y="17939680"/>
            <a:ext cx="19416900" cy="7904700"/>
          </a:xfrm>
          <a:prstGeom prst="rect">
            <a:avLst/>
          </a:prstGeom>
        </p:spPr>
        <p:txBody>
          <a:bodyPr anchorCtr="0" anchor="t" bIns="479475" lIns="479475" spcFirstLastPara="1" rIns="479475" wrap="square" tIns="479475">
            <a:normAutofit/>
          </a:bodyPr>
          <a:lstStyle>
            <a:lvl1pPr lvl="0" algn="ctr">
              <a:lnSpc>
                <a:spcPct val="100000"/>
              </a:lnSpc>
              <a:spcBef>
                <a:spcPts val="0"/>
              </a:spcBef>
              <a:spcAft>
                <a:spcPts val="0"/>
              </a:spcAft>
              <a:buSzPts val="11013"/>
              <a:buNone/>
              <a:defRPr sz="11013"/>
            </a:lvl1pPr>
            <a:lvl2pPr lvl="1" algn="ctr">
              <a:lnSpc>
                <a:spcPct val="100000"/>
              </a:lnSpc>
              <a:spcBef>
                <a:spcPts val="0"/>
              </a:spcBef>
              <a:spcAft>
                <a:spcPts val="0"/>
              </a:spcAft>
              <a:buSzPts val="11013"/>
              <a:buNone/>
              <a:defRPr sz="11013"/>
            </a:lvl2pPr>
            <a:lvl3pPr lvl="2" algn="ctr">
              <a:lnSpc>
                <a:spcPct val="100000"/>
              </a:lnSpc>
              <a:spcBef>
                <a:spcPts val="0"/>
              </a:spcBef>
              <a:spcAft>
                <a:spcPts val="0"/>
              </a:spcAft>
              <a:buSzPts val="11013"/>
              <a:buNone/>
              <a:defRPr sz="11013"/>
            </a:lvl3pPr>
            <a:lvl4pPr lvl="3" algn="ctr">
              <a:lnSpc>
                <a:spcPct val="100000"/>
              </a:lnSpc>
              <a:spcBef>
                <a:spcPts val="0"/>
              </a:spcBef>
              <a:spcAft>
                <a:spcPts val="0"/>
              </a:spcAft>
              <a:buSzPts val="11013"/>
              <a:buNone/>
              <a:defRPr sz="11013"/>
            </a:lvl4pPr>
            <a:lvl5pPr lvl="4" algn="ctr">
              <a:lnSpc>
                <a:spcPct val="100000"/>
              </a:lnSpc>
              <a:spcBef>
                <a:spcPts val="0"/>
              </a:spcBef>
              <a:spcAft>
                <a:spcPts val="0"/>
              </a:spcAft>
              <a:buSzPts val="11013"/>
              <a:buNone/>
              <a:defRPr sz="11013"/>
            </a:lvl5pPr>
            <a:lvl6pPr lvl="5" algn="ctr">
              <a:lnSpc>
                <a:spcPct val="100000"/>
              </a:lnSpc>
              <a:spcBef>
                <a:spcPts val="0"/>
              </a:spcBef>
              <a:spcAft>
                <a:spcPts val="0"/>
              </a:spcAft>
              <a:buSzPts val="11013"/>
              <a:buNone/>
              <a:defRPr sz="11013"/>
            </a:lvl6pPr>
            <a:lvl7pPr lvl="6" algn="ctr">
              <a:lnSpc>
                <a:spcPct val="100000"/>
              </a:lnSpc>
              <a:spcBef>
                <a:spcPts val="0"/>
              </a:spcBef>
              <a:spcAft>
                <a:spcPts val="0"/>
              </a:spcAft>
              <a:buSzPts val="11013"/>
              <a:buNone/>
              <a:defRPr sz="11013"/>
            </a:lvl7pPr>
            <a:lvl8pPr lvl="7" algn="ctr">
              <a:lnSpc>
                <a:spcPct val="100000"/>
              </a:lnSpc>
              <a:spcBef>
                <a:spcPts val="0"/>
              </a:spcBef>
              <a:spcAft>
                <a:spcPts val="0"/>
              </a:spcAft>
              <a:buSzPts val="11013"/>
              <a:buNone/>
              <a:defRPr sz="11013"/>
            </a:lvl8pPr>
            <a:lvl9pPr lvl="8" algn="ctr">
              <a:lnSpc>
                <a:spcPct val="100000"/>
              </a:lnSpc>
              <a:spcBef>
                <a:spcPts val="0"/>
              </a:spcBef>
              <a:spcAft>
                <a:spcPts val="0"/>
              </a:spcAft>
              <a:buSzPts val="11013"/>
              <a:buNone/>
              <a:defRPr sz="11013"/>
            </a:lvl9pPr>
          </a:lstStyle>
          <a:p/>
        </p:txBody>
      </p:sp>
      <p:sp>
        <p:nvSpPr>
          <p:cNvPr id="39" name="Google Shape;39;p9"/>
          <p:cNvSpPr txBox="1"/>
          <p:nvPr>
            <p:ph idx="2" type="body"/>
          </p:nvPr>
        </p:nvSpPr>
        <p:spPr>
          <a:xfrm>
            <a:off x="23709600" y="4634080"/>
            <a:ext cx="18417600" cy="23648700"/>
          </a:xfrm>
          <a:prstGeom prst="rect">
            <a:avLst/>
          </a:prstGeom>
        </p:spPr>
        <p:txBody>
          <a:bodyPr anchorCtr="0" anchor="ctr" bIns="479475" lIns="479475" spcFirstLastPara="1" rIns="479475" wrap="square" tIns="479475">
            <a:normAutofit/>
          </a:bodyPr>
          <a:lstStyle>
            <a:lvl1pPr indent="-828040" lvl="0" marL="457200">
              <a:spcBef>
                <a:spcPts val="0"/>
              </a:spcBef>
              <a:spcAft>
                <a:spcPts val="0"/>
              </a:spcAft>
              <a:buSzPts val="9440"/>
              <a:buChar char="●"/>
              <a:defRPr sz="9440"/>
            </a:lvl1pPr>
            <a:lvl2pPr indent="-694831" lvl="1" marL="914400">
              <a:spcBef>
                <a:spcPts val="0"/>
              </a:spcBef>
              <a:spcAft>
                <a:spcPts val="0"/>
              </a:spcAft>
              <a:buSzPts val="7342"/>
              <a:buChar char="○"/>
              <a:defRPr sz="7342"/>
            </a:lvl2pPr>
            <a:lvl3pPr indent="-694831" lvl="2" marL="1371600">
              <a:spcBef>
                <a:spcPts val="0"/>
              </a:spcBef>
              <a:spcAft>
                <a:spcPts val="0"/>
              </a:spcAft>
              <a:buSzPts val="7342"/>
              <a:buChar char="■"/>
              <a:defRPr sz="7342"/>
            </a:lvl3pPr>
            <a:lvl4pPr indent="-694831" lvl="3" marL="1828800">
              <a:spcBef>
                <a:spcPts val="0"/>
              </a:spcBef>
              <a:spcAft>
                <a:spcPts val="0"/>
              </a:spcAft>
              <a:buSzPts val="7342"/>
              <a:buChar char="●"/>
              <a:defRPr sz="7342"/>
            </a:lvl4pPr>
            <a:lvl5pPr indent="-694831" lvl="4" marL="2286000">
              <a:spcBef>
                <a:spcPts val="0"/>
              </a:spcBef>
              <a:spcAft>
                <a:spcPts val="0"/>
              </a:spcAft>
              <a:buSzPts val="7342"/>
              <a:buChar char="○"/>
              <a:defRPr sz="7342"/>
            </a:lvl5pPr>
            <a:lvl6pPr indent="-694831" lvl="5" marL="2743200">
              <a:spcBef>
                <a:spcPts val="0"/>
              </a:spcBef>
              <a:spcAft>
                <a:spcPts val="0"/>
              </a:spcAft>
              <a:buSzPts val="7342"/>
              <a:buChar char="■"/>
              <a:defRPr sz="7342"/>
            </a:lvl6pPr>
            <a:lvl7pPr indent="-694831" lvl="6" marL="3200400">
              <a:spcBef>
                <a:spcPts val="0"/>
              </a:spcBef>
              <a:spcAft>
                <a:spcPts val="0"/>
              </a:spcAft>
              <a:buSzPts val="7342"/>
              <a:buChar char="●"/>
              <a:defRPr sz="7342"/>
            </a:lvl7pPr>
            <a:lvl8pPr indent="-694831" lvl="7" marL="3657600">
              <a:spcBef>
                <a:spcPts val="0"/>
              </a:spcBef>
              <a:spcAft>
                <a:spcPts val="0"/>
              </a:spcAft>
              <a:buSzPts val="7342"/>
              <a:buChar char="○"/>
              <a:defRPr sz="7342"/>
            </a:lvl8pPr>
            <a:lvl9pPr indent="-694831" lvl="8" marL="4114800">
              <a:spcBef>
                <a:spcPts val="0"/>
              </a:spcBef>
              <a:spcAft>
                <a:spcPts val="0"/>
              </a:spcAft>
              <a:buSzPts val="7342"/>
              <a:buChar char="■"/>
              <a:defRPr sz="7342"/>
            </a:lvl9pPr>
          </a:lstStyle>
          <a:p/>
        </p:txBody>
      </p:sp>
      <p:sp>
        <p:nvSpPr>
          <p:cNvPr id="40" name="Google Shape;40;p9"/>
          <p:cNvSpPr txBox="1"/>
          <p:nvPr>
            <p:ph idx="12" type="sldNum"/>
          </p:nvPr>
        </p:nvSpPr>
        <p:spPr>
          <a:xfrm>
            <a:off x="40667798" y="29844588"/>
            <a:ext cx="2633700" cy="2519100"/>
          </a:xfrm>
          <a:prstGeom prst="rect">
            <a:avLst/>
          </a:prstGeom>
        </p:spPr>
        <p:txBody>
          <a:bodyPr anchorCtr="0" anchor="ctr" bIns="479475" lIns="479475" spcFirstLastPara="1" rIns="479475" wrap="square" tIns="479475">
            <a:normAutofit/>
          </a:bodyPr>
          <a:lstStyle>
            <a:lvl1pPr lvl="0">
              <a:buNone/>
              <a:defRPr sz="5244"/>
            </a:lvl1pPr>
            <a:lvl2pPr lvl="1">
              <a:buNone/>
              <a:defRPr sz="5244"/>
            </a:lvl2pPr>
            <a:lvl3pPr lvl="2">
              <a:buNone/>
              <a:defRPr sz="5244"/>
            </a:lvl3pPr>
            <a:lvl4pPr lvl="3">
              <a:buNone/>
              <a:defRPr sz="5244"/>
            </a:lvl4pPr>
            <a:lvl5pPr lvl="4">
              <a:buNone/>
              <a:defRPr sz="5244"/>
            </a:lvl5pPr>
            <a:lvl6pPr lvl="5">
              <a:buNone/>
              <a:defRPr sz="5244"/>
            </a:lvl6pPr>
            <a:lvl7pPr lvl="6">
              <a:buNone/>
              <a:defRPr sz="5244"/>
            </a:lvl7pPr>
            <a:lvl8pPr lvl="7">
              <a:buNone/>
              <a:defRPr sz="5244"/>
            </a:lvl8pPr>
            <a:lvl9pPr lvl="8">
              <a:buNone/>
              <a:defRPr sz="52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496160" y="27075680"/>
            <a:ext cx="28794300" cy="3872700"/>
          </a:xfrm>
          <a:prstGeom prst="rect">
            <a:avLst/>
          </a:prstGeom>
        </p:spPr>
        <p:txBody>
          <a:bodyPr anchorCtr="0" anchor="ctr" bIns="479475" lIns="479475" spcFirstLastPara="1" rIns="479475" wrap="square" tIns="479475">
            <a:normAutofit/>
          </a:bodyPr>
          <a:lstStyle>
            <a:lvl1pPr indent="-228600" lvl="0" marL="457200">
              <a:lnSpc>
                <a:spcPct val="100000"/>
              </a:lnSpc>
              <a:spcBef>
                <a:spcPts val="0"/>
              </a:spcBef>
              <a:spcAft>
                <a:spcPts val="0"/>
              </a:spcAft>
              <a:buSzPts val="9440"/>
              <a:buNone/>
              <a:defRPr sz="9440"/>
            </a:lvl1pPr>
          </a:lstStyle>
          <a:p/>
        </p:txBody>
      </p:sp>
      <p:sp>
        <p:nvSpPr>
          <p:cNvPr id="43" name="Google Shape;43;p10"/>
          <p:cNvSpPr txBox="1"/>
          <p:nvPr>
            <p:ph idx="12" type="sldNum"/>
          </p:nvPr>
        </p:nvSpPr>
        <p:spPr>
          <a:xfrm>
            <a:off x="40667798" y="29844588"/>
            <a:ext cx="2633700" cy="2519100"/>
          </a:xfrm>
          <a:prstGeom prst="rect">
            <a:avLst/>
          </a:prstGeom>
        </p:spPr>
        <p:txBody>
          <a:bodyPr anchorCtr="0" anchor="ctr" bIns="479475" lIns="479475" spcFirstLastPara="1" rIns="479475" wrap="square" tIns="479475">
            <a:normAutofit/>
          </a:bodyPr>
          <a:lstStyle>
            <a:lvl1pPr lvl="0">
              <a:buNone/>
              <a:defRPr sz="5244"/>
            </a:lvl1pPr>
            <a:lvl2pPr lvl="1">
              <a:buNone/>
              <a:defRPr sz="5244"/>
            </a:lvl2pPr>
            <a:lvl3pPr lvl="2">
              <a:buNone/>
              <a:defRPr sz="5244"/>
            </a:lvl3pPr>
            <a:lvl4pPr lvl="3">
              <a:buNone/>
              <a:defRPr sz="5244"/>
            </a:lvl4pPr>
            <a:lvl5pPr lvl="4">
              <a:buNone/>
              <a:defRPr sz="5244"/>
            </a:lvl5pPr>
            <a:lvl6pPr lvl="5">
              <a:buNone/>
              <a:defRPr sz="5244"/>
            </a:lvl6pPr>
            <a:lvl7pPr lvl="6">
              <a:buNone/>
              <a:defRPr sz="5244"/>
            </a:lvl7pPr>
            <a:lvl8pPr lvl="7">
              <a:buNone/>
              <a:defRPr sz="5244"/>
            </a:lvl8pPr>
            <a:lvl9pPr lvl="8">
              <a:buNone/>
              <a:defRPr sz="52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496160" y="7079200"/>
            <a:ext cx="40898700" cy="12566400"/>
          </a:xfrm>
          <a:prstGeom prst="rect">
            <a:avLst/>
          </a:prstGeom>
        </p:spPr>
        <p:txBody>
          <a:bodyPr anchorCtr="0" anchor="b" bIns="479475" lIns="479475" spcFirstLastPara="1" rIns="479475" wrap="square" tIns="479475">
            <a:normAutofit/>
          </a:bodyPr>
          <a:lstStyle>
            <a:lvl1pPr lvl="0" algn="ctr">
              <a:spcBef>
                <a:spcPts val="0"/>
              </a:spcBef>
              <a:spcAft>
                <a:spcPts val="0"/>
              </a:spcAft>
              <a:buSzPts val="62933"/>
              <a:buNone/>
              <a:defRPr sz="62933"/>
            </a:lvl1pPr>
            <a:lvl2pPr lvl="1" algn="ctr">
              <a:spcBef>
                <a:spcPts val="0"/>
              </a:spcBef>
              <a:spcAft>
                <a:spcPts val="0"/>
              </a:spcAft>
              <a:buSzPts val="62933"/>
              <a:buNone/>
              <a:defRPr sz="62933"/>
            </a:lvl2pPr>
            <a:lvl3pPr lvl="2" algn="ctr">
              <a:spcBef>
                <a:spcPts val="0"/>
              </a:spcBef>
              <a:spcAft>
                <a:spcPts val="0"/>
              </a:spcAft>
              <a:buSzPts val="62933"/>
              <a:buNone/>
              <a:defRPr sz="62933"/>
            </a:lvl3pPr>
            <a:lvl4pPr lvl="3" algn="ctr">
              <a:spcBef>
                <a:spcPts val="0"/>
              </a:spcBef>
              <a:spcAft>
                <a:spcPts val="0"/>
              </a:spcAft>
              <a:buSzPts val="62933"/>
              <a:buNone/>
              <a:defRPr sz="62933"/>
            </a:lvl4pPr>
            <a:lvl5pPr lvl="4" algn="ctr">
              <a:spcBef>
                <a:spcPts val="0"/>
              </a:spcBef>
              <a:spcAft>
                <a:spcPts val="0"/>
              </a:spcAft>
              <a:buSzPts val="62933"/>
              <a:buNone/>
              <a:defRPr sz="62933"/>
            </a:lvl5pPr>
            <a:lvl6pPr lvl="5" algn="ctr">
              <a:spcBef>
                <a:spcPts val="0"/>
              </a:spcBef>
              <a:spcAft>
                <a:spcPts val="0"/>
              </a:spcAft>
              <a:buSzPts val="62933"/>
              <a:buNone/>
              <a:defRPr sz="62933"/>
            </a:lvl6pPr>
            <a:lvl7pPr lvl="6" algn="ctr">
              <a:spcBef>
                <a:spcPts val="0"/>
              </a:spcBef>
              <a:spcAft>
                <a:spcPts val="0"/>
              </a:spcAft>
              <a:buSzPts val="62933"/>
              <a:buNone/>
              <a:defRPr sz="62933"/>
            </a:lvl7pPr>
            <a:lvl8pPr lvl="7" algn="ctr">
              <a:spcBef>
                <a:spcPts val="0"/>
              </a:spcBef>
              <a:spcAft>
                <a:spcPts val="0"/>
              </a:spcAft>
              <a:buSzPts val="62933"/>
              <a:buNone/>
              <a:defRPr sz="62933"/>
            </a:lvl8pPr>
            <a:lvl9pPr lvl="8" algn="ctr">
              <a:spcBef>
                <a:spcPts val="0"/>
              </a:spcBef>
              <a:spcAft>
                <a:spcPts val="0"/>
              </a:spcAft>
              <a:buSzPts val="62933"/>
              <a:buNone/>
              <a:defRPr sz="62933"/>
            </a:lvl9pPr>
          </a:lstStyle>
          <a:p>
            <a:r>
              <a:t>xx%</a:t>
            </a:r>
          </a:p>
        </p:txBody>
      </p:sp>
      <p:sp>
        <p:nvSpPr>
          <p:cNvPr id="46" name="Google Shape;46;p11"/>
          <p:cNvSpPr txBox="1"/>
          <p:nvPr>
            <p:ph idx="1" type="body"/>
          </p:nvPr>
        </p:nvSpPr>
        <p:spPr>
          <a:xfrm>
            <a:off x="1496160" y="20174240"/>
            <a:ext cx="40898700" cy="8325300"/>
          </a:xfrm>
          <a:prstGeom prst="rect">
            <a:avLst/>
          </a:prstGeom>
        </p:spPr>
        <p:txBody>
          <a:bodyPr anchorCtr="0" anchor="t" bIns="479475" lIns="479475" spcFirstLastPara="1" rIns="479475" wrap="square" tIns="479475">
            <a:normAutofit/>
          </a:bodyPr>
          <a:lstStyle>
            <a:lvl1pPr indent="-828040" lvl="0" marL="457200" algn="ctr">
              <a:spcBef>
                <a:spcPts val="0"/>
              </a:spcBef>
              <a:spcAft>
                <a:spcPts val="0"/>
              </a:spcAft>
              <a:buSzPts val="9440"/>
              <a:buChar char="●"/>
              <a:defRPr sz="9440"/>
            </a:lvl1pPr>
            <a:lvl2pPr indent="-694831" lvl="1" marL="914400" algn="ctr">
              <a:spcBef>
                <a:spcPts val="0"/>
              </a:spcBef>
              <a:spcAft>
                <a:spcPts val="0"/>
              </a:spcAft>
              <a:buSzPts val="7342"/>
              <a:buChar char="○"/>
              <a:defRPr sz="7342"/>
            </a:lvl2pPr>
            <a:lvl3pPr indent="-694831" lvl="2" marL="1371600" algn="ctr">
              <a:spcBef>
                <a:spcPts val="0"/>
              </a:spcBef>
              <a:spcAft>
                <a:spcPts val="0"/>
              </a:spcAft>
              <a:buSzPts val="7342"/>
              <a:buChar char="■"/>
              <a:defRPr sz="7342"/>
            </a:lvl3pPr>
            <a:lvl4pPr indent="-694831" lvl="3" marL="1828800" algn="ctr">
              <a:spcBef>
                <a:spcPts val="0"/>
              </a:spcBef>
              <a:spcAft>
                <a:spcPts val="0"/>
              </a:spcAft>
              <a:buSzPts val="7342"/>
              <a:buChar char="●"/>
              <a:defRPr sz="7342"/>
            </a:lvl4pPr>
            <a:lvl5pPr indent="-694831" lvl="4" marL="2286000" algn="ctr">
              <a:spcBef>
                <a:spcPts val="0"/>
              </a:spcBef>
              <a:spcAft>
                <a:spcPts val="0"/>
              </a:spcAft>
              <a:buSzPts val="7342"/>
              <a:buChar char="○"/>
              <a:defRPr sz="7342"/>
            </a:lvl5pPr>
            <a:lvl6pPr indent="-694831" lvl="5" marL="2743200" algn="ctr">
              <a:spcBef>
                <a:spcPts val="0"/>
              </a:spcBef>
              <a:spcAft>
                <a:spcPts val="0"/>
              </a:spcAft>
              <a:buSzPts val="7342"/>
              <a:buChar char="■"/>
              <a:defRPr sz="7342"/>
            </a:lvl6pPr>
            <a:lvl7pPr indent="-694831" lvl="6" marL="3200400" algn="ctr">
              <a:spcBef>
                <a:spcPts val="0"/>
              </a:spcBef>
              <a:spcAft>
                <a:spcPts val="0"/>
              </a:spcAft>
              <a:buSzPts val="7342"/>
              <a:buChar char="●"/>
              <a:defRPr sz="7342"/>
            </a:lvl7pPr>
            <a:lvl8pPr indent="-694831" lvl="7" marL="3657600" algn="ctr">
              <a:spcBef>
                <a:spcPts val="0"/>
              </a:spcBef>
              <a:spcAft>
                <a:spcPts val="0"/>
              </a:spcAft>
              <a:buSzPts val="7342"/>
              <a:buChar char="○"/>
              <a:defRPr sz="7342"/>
            </a:lvl8pPr>
            <a:lvl9pPr indent="-694831" lvl="8" marL="4114800" algn="ctr">
              <a:spcBef>
                <a:spcPts val="0"/>
              </a:spcBef>
              <a:spcAft>
                <a:spcPts val="0"/>
              </a:spcAft>
              <a:buSzPts val="7342"/>
              <a:buChar char="■"/>
              <a:defRPr sz="7342"/>
            </a:lvl9pPr>
          </a:lstStyle>
          <a:p/>
        </p:txBody>
      </p:sp>
      <p:sp>
        <p:nvSpPr>
          <p:cNvPr id="47" name="Google Shape;47;p11"/>
          <p:cNvSpPr txBox="1"/>
          <p:nvPr>
            <p:ph idx="12" type="sldNum"/>
          </p:nvPr>
        </p:nvSpPr>
        <p:spPr>
          <a:xfrm>
            <a:off x="40667798" y="29844588"/>
            <a:ext cx="2633700" cy="2519100"/>
          </a:xfrm>
          <a:prstGeom prst="rect">
            <a:avLst/>
          </a:prstGeom>
        </p:spPr>
        <p:txBody>
          <a:bodyPr anchorCtr="0" anchor="ctr" bIns="479475" lIns="479475" spcFirstLastPara="1" rIns="479475" wrap="square" tIns="479475">
            <a:normAutofit/>
          </a:bodyPr>
          <a:lstStyle>
            <a:lvl1pPr lvl="0">
              <a:buNone/>
              <a:defRPr sz="5244"/>
            </a:lvl1pPr>
            <a:lvl2pPr lvl="1">
              <a:buNone/>
              <a:defRPr sz="5244"/>
            </a:lvl2pPr>
            <a:lvl3pPr lvl="2">
              <a:buNone/>
              <a:defRPr sz="5244"/>
            </a:lvl3pPr>
            <a:lvl4pPr lvl="3">
              <a:buNone/>
              <a:defRPr sz="5244"/>
            </a:lvl4pPr>
            <a:lvl5pPr lvl="4">
              <a:buNone/>
              <a:defRPr sz="5244"/>
            </a:lvl5pPr>
            <a:lvl6pPr lvl="5">
              <a:buNone/>
              <a:defRPr sz="5244"/>
            </a:lvl6pPr>
            <a:lvl7pPr lvl="6">
              <a:buNone/>
              <a:defRPr sz="5244"/>
            </a:lvl7pPr>
            <a:lvl8pPr lvl="7">
              <a:buNone/>
              <a:defRPr sz="5244"/>
            </a:lvl8pPr>
            <a:lvl9pPr lvl="8">
              <a:buNone/>
              <a:defRPr sz="52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40667798" y="29844588"/>
            <a:ext cx="2633700" cy="2519100"/>
          </a:xfrm>
          <a:prstGeom prst="rect">
            <a:avLst/>
          </a:prstGeom>
        </p:spPr>
        <p:txBody>
          <a:bodyPr anchorCtr="0" anchor="ctr" bIns="479475" lIns="479475" spcFirstLastPara="1" rIns="479475" wrap="square" tIns="479475">
            <a:normAutofit/>
          </a:bodyPr>
          <a:lstStyle>
            <a:lvl1pPr lvl="0">
              <a:buNone/>
              <a:defRPr sz="5244"/>
            </a:lvl1pPr>
            <a:lvl2pPr lvl="1">
              <a:buNone/>
              <a:defRPr sz="5244"/>
            </a:lvl2pPr>
            <a:lvl3pPr lvl="2">
              <a:buNone/>
              <a:defRPr sz="5244"/>
            </a:lvl3pPr>
            <a:lvl4pPr lvl="3">
              <a:buNone/>
              <a:defRPr sz="5244"/>
            </a:lvl4pPr>
            <a:lvl5pPr lvl="4">
              <a:buNone/>
              <a:defRPr sz="5244"/>
            </a:lvl5pPr>
            <a:lvl6pPr lvl="5">
              <a:buNone/>
              <a:defRPr sz="5244"/>
            </a:lvl6pPr>
            <a:lvl7pPr lvl="6">
              <a:buNone/>
              <a:defRPr sz="5244"/>
            </a:lvl7pPr>
            <a:lvl8pPr lvl="7">
              <a:buNone/>
              <a:defRPr sz="5244"/>
            </a:lvl8pPr>
            <a:lvl9pPr lvl="8">
              <a:buNone/>
              <a:defRPr sz="524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496160" y="2848160"/>
            <a:ext cx="40898700" cy="3665400"/>
          </a:xfrm>
          <a:prstGeom prst="rect">
            <a:avLst/>
          </a:prstGeom>
          <a:noFill/>
          <a:ln>
            <a:noFill/>
          </a:ln>
        </p:spPr>
        <p:txBody>
          <a:bodyPr anchorCtr="0" anchor="t" bIns="479475" lIns="479475" spcFirstLastPara="1" rIns="479475" wrap="square" tIns="479475">
            <a:normAutofit/>
          </a:bodyPr>
          <a:lstStyle>
            <a:lvl1pPr lvl="0">
              <a:spcBef>
                <a:spcPts val="0"/>
              </a:spcBef>
              <a:spcAft>
                <a:spcPts val="0"/>
              </a:spcAft>
              <a:buClr>
                <a:schemeClr val="dk1"/>
              </a:buClr>
              <a:buSzPts val="14684"/>
              <a:buNone/>
              <a:defRPr sz="14684">
                <a:solidFill>
                  <a:schemeClr val="dk1"/>
                </a:solidFill>
              </a:defRPr>
            </a:lvl1pPr>
            <a:lvl2pPr lvl="1">
              <a:spcBef>
                <a:spcPts val="0"/>
              </a:spcBef>
              <a:spcAft>
                <a:spcPts val="0"/>
              </a:spcAft>
              <a:buClr>
                <a:schemeClr val="dk1"/>
              </a:buClr>
              <a:buSzPts val="14684"/>
              <a:buNone/>
              <a:defRPr sz="14684">
                <a:solidFill>
                  <a:schemeClr val="dk1"/>
                </a:solidFill>
              </a:defRPr>
            </a:lvl2pPr>
            <a:lvl3pPr lvl="2">
              <a:spcBef>
                <a:spcPts val="0"/>
              </a:spcBef>
              <a:spcAft>
                <a:spcPts val="0"/>
              </a:spcAft>
              <a:buClr>
                <a:schemeClr val="dk1"/>
              </a:buClr>
              <a:buSzPts val="14684"/>
              <a:buNone/>
              <a:defRPr sz="14684">
                <a:solidFill>
                  <a:schemeClr val="dk1"/>
                </a:solidFill>
              </a:defRPr>
            </a:lvl3pPr>
            <a:lvl4pPr lvl="3">
              <a:spcBef>
                <a:spcPts val="0"/>
              </a:spcBef>
              <a:spcAft>
                <a:spcPts val="0"/>
              </a:spcAft>
              <a:buClr>
                <a:schemeClr val="dk1"/>
              </a:buClr>
              <a:buSzPts val="14684"/>
              <a:buNone/>
              <a:defRPr sz="14684">
                <a:solidFill>
                  <a:schemeClr val="dk1"/>
                </a:solidFill>
              </a:defRPr>
            </a:lvl4pPr>
            <a:lvl5pPr lvl="4">
              <a:spcBef>
                <a:spcPts val="0"/>
              </a:spcBef>
              <a:spcAft>
                <a:spcPts val="0"/>
              </a:spcAft>
              <a:buClr>
                <a:schemeClr val="dk1"/>
              </a:buClr>
              <a:buSzPts val="14684"/>
              <a:buNone/>
              <a:defRPr sz="14684">
                <a:solidFill>
                  <a:schemeClr val="dk1"/>
                </a:solidFill>
              </a:defRPr>
            </a:lvl5pPr>
            <a:lvl6pPr lvl="5">
              <a:spcBef>
                <a:spcPts val="0"/>
              </a:spcBef>
              <a:spcAft>
                <a:spcPts val="0"/>
              </a:spcAft>
              <a:buClr>
                <a:schemeClr val="dk1"/>
              </a:buClr>
              <a:buSzPts val="14684"/>
              <a:buNone/>
              <a:defRPr sz="14684">
                <a:solidFill>
                  <a:schemeClr val="dk1"/>
                </a:solidFill>
              </a:defRPr>
            </a:lvl6pPr>
            <a:lvl7pPr lvl="6">
              <a:spcBef>
                <a:spcPts val="0"/>
              </a:spcBef>
              <a:spcAft>
                <a:spcPts val="0"/>
              </a:spcAft>
              <a:buClr>
                <a:schemeClr val="dk1"/>
              </a:buClr>
              <a:buSzPts val="14684"/>
              <a:buNone/>
              <a:defRPr sz="14684">
                <a:solidFill>
                  <a:schemeClr val="dk1"/>
                </a:solidFill>
              </a:defRPr>
            </a:lvl7pPr>
            <a:lvl8pPr lvl="7">
              <a:spcBef>
                <a:spcPts val="0"/>
              </a:spcBef>
              <a:spcAft>
                <a:spcPts val="0"/>
              </a:spcAft>
              <a:buClr>
                <a:schemeClr val="dk1"/>
              </a:buClr>
              <a:buSzPts val="14684"/>
              <a:buNone/>
              <a:defRPr sz="14684">
                <a:solidFill>
                  <a:schemeClr val="dk1"/>
                </a:solidFill>
              </a:defRPr>
            </a:lvl8pPr>
            <a:lvl9pPr lvl="8">
              <a:spcBef>
                <a:spcPts val="0"/>
              </a:spcBef>
              <a:spcAft>
                <a:spcPts val="0"/>
              </a:spcAft>
              <a:buClr>
                <a:schemeClr val="dk1"/>
              </a:buClr>
              <a:buSzPts val="14684"/>
              <a:buNone/>
              <a:defRPr sz="14684">
                <a:solidFill>
                  <a:schemeClr val="dk1"/>
                </a:solidFill>
              </a:defRPr>
            </a:lvl9pPr>
          </a:lstStyle>
          <a:p/>
        </p:txBody>
      </p:sp>
      <p:sp>
        <p:nvSpPr>
          <p:cNvPr id="7" name="Google Shape;7;p1"/>
          <p:cNvSpPr txBox="1"/>
          <p:nvPr>
            <p:ph idx="1" type="body"/>
          </p:nvPr>
        </p:nvSpPr>
        <p:spPr>
          <a:xfrm>
            <a:off x="1496160" y="7375840"/>
            <a:ext cx="40898700" cy="21865200"/>
          </a:xfrm>
          <a:prstGeom prst="rect">
            <a:avLst/>
          </a:prstGeom>
          <a:noFill/>
          <a:ln>
            <a:noFill/>
          </a:ln>
        </p:spPr>
        <p:txBody>
          <a:bodyPr anchorCtr="0" anchor="t" bIns="479475" lIns="479475" spcFirstLastPara="1" rIns="479475" wrap="square" tIns="479475">
            <a:normAutofit/>
          </a:bodyPr>
          <a:lstStyle>
            <a:lvl1pPr indent="-828040" lvl="0" marL="457200">
              <a:lnSpc>
                <a:spcPct val="115000"/>
              </a:lnSpc>
              <a:spcBef>
                <a:spcPts val="0"/>
              </a:spcBef>
              <a:spcAft>
                <a:spcPts val="0"/>
              </a:spcAft>
              <a:buClr>
                <a:schemeClr val="dk2"/>
              </a:buClr>
              <a:buSzPts val="9440"/>
              <a:buChar char="●"/>
              <a:defRPr sz="9440">
                <a:solidFill>
                  <a:schemeClr val="dk2"/>
                </a:solidFill>
              </a:defRPr>
            </a:lvl1pPr>
            <a:lvl2pPr indent="-694831" lvl="1" marL="914400">
              <a:lnSpc>
                <a:spcPct val="115000"/>
              </a:lnSpc>
              <a:spcBef>
                <a:spcPts val="0"/>
              </a:spcBef>
              <a:spcAft>
                <a:spcPts val="0"/>
              </a:spcAft>
              <a:buClr>
                <a:schemeClr val="dk2"/>
              </a:buClr>
              <a:buSzPts val="7342"/>
              <a:buChar char="○"/>
              <a:defRPr sz="7342">
                <a:solidFill>
                  <a:schemeClr val="dk2"/>
                </a:solidFill>
              </a:defRPr>
            </a:lvl2pPr>
            <a:lvl3pPr indent="-694831" lvl="2" marL="1371600">
              <a:lnSpc>
                <a:spcPct val="115000"/>
              </a:lnSpc>
              <a:spcBef>
                <a:spcPts val="0"/>
              </a:spcBef>
              <a:spcAft>
                <a:spcPts val="0"/>
              </a:spcAft>
              <a:buClr>
                <a:schemeClr val="dk2"/>
              </a:buClr>
              <a:buSzPts val="7342"/>
              <a:buChar char="■"/>
              <a:defRPr sz="7342">
                <a:solidFill>
                  <a:schemeClr val="dk2"/>
                </a:solidFill>
              </a:defRPr>
            </a:lvl3pPr>
            <a:lvl4pPr indent="-694831" lvl="3" marL="1828800">
              <a:lnSpc>
                <a:spcPct val="115000"/>
              </a:lnSpc>
              <a:spcBef>
                <a:spcPts val="0"/>
              </a:spcBef>
              <a:spcAft>
                <a:spcPts val="0"/>
              </a:spcAft>
              <a:buClr>
                <a:schemeClr val="dk2"/>
              </a:buClr>
              <a:buSzPts val="7342"/>
              <a:buChar char="●"/>
              <a:defRPr sz="7342">
                <a:solidFill>
                  <a:schemeClr val="dk2"/>
                </a:solidFill>
              </a:defRPr>
            </a:lvl4pPr>
            <a:lvl5pPr indent="-694831" lvl="4" marL="2286000">
              <a:lnSpc>
                <a:spcPct val="115000"/>
              </a:lnSpc>
              <a:spcBef>
                <a:spcPts val="0"/>
              </a:spcBef>
              <a:spcAft>
                <a:spcPts val="0"/>
              </a:spcAft>
              <a:buClr>
                <a:schemeClr val="dk2"/>
              </a:buClr>
              <a:buSzPts val="7342"/>
              <a:buChar char="○"/>
              <a:defRPr sz="7342">
                <a:solidFill>
                  <a:schemeClr val="dk2"/>
                </a:solidFill>
              </a:defRPr>
            </a:lvl5pPr>
            <a:lvl6pPr indent="-694831" lvl="5" marL="2743200">
              <a:lnSpc>
                <a:spcPct val="115000"/>
              </a:lnSpc>
              <a:spcBef>
                <a:spcPts val="0"/>
              </a:spcBef>
              <a:spcAft>
                <a:spcPts val="0"/>
              </a:spcAft>
              <a:buClr>
                <a:schemeClr val="dk2"/>
              </a:buClr>
              <a:buSzPts val="7342"/>
              <a:buChar char="■"/>
              <a:defRPr sz="7342">
                <a:solidFill>
                  <a:schemeClr val="dk2"/>
                </a:solidFill>
              </a:defRPr>
            </a:lvl6pPr>
            <a:lvl7pPr indent="-694831" lvl="6" marL="3200400">
              <a:lnSpc>
                <a:spcPct val="115000"/>
              </a:lnSpc>
              <a:spcBef>
                <a:spcPts val="0"/>
              </a:spcBef>
              <a:spcAft>
                <a:spcPts val="0"/>
              </a:spcAft>
              <a:buClr>
                <a:schemeClr val="dk2"/>
              </a:buClr>
              <a:buSzPts val="7342"/>
              <a:buChar char="●"/>
              <a:defRPr sz="7342">
                <a:solidFill>
                  <a:schemeClr val="dk2"/>
                </a:solidFill>
              </a:defRPr>
            </a:lvl7pPr>
            <a:lvl8pPr indent="-694831" lvl="7" marL="3657600">
              <a:lnSpc>
                <a:spcPct val="115000"/>
              </a:lnSpc>
              <a:spcBef>
                <a:spcPts val="0"/>
              </a:spcBef>
              <a:spcAft>
                <a:spcPts val="0"/>
              </a:spcAft>
              <a:buClr>
                <a:schemeClr val="dk2"/>
              </a:buClr>
              <a:buSzPts val="7342"/>
              <a:buChar char="○"/>
              <a:defRPr sz="7342">
                <a:solidFill>
                  <a:schemeClr val="dk2"/>
                </a:solidFill>
              </a:defRPr>
            </a:lvl8pPr>
            <a:lvl9pPr indent="-694831" lvl="8" marL="4114800">
              <a:lnSpc>
                <a:spcPct val="115000"/>
              </a:lnSpc>
              <a:spcBef>
                <a:spcPts val="0"/>
              </a:spcBef>
              <a:spcAft>
                <a:spcPts val="0"/>
              </a:spcAft>
              <a:buClr>
                <a:schemeClr val="dk2"/>
              </a:buClr>
              <a:buSzPts val="7342"/>
              <a:buChar char="■"/>
              <a:defRPr sz="7342">
                <a:solidFill>
                  <a:schemeClr val="dk2"/>
                </a:solidFill>
              </a:defRPr>
            </a:lvl9pPr>
          </a:lstStyle>
          <a:p/>
        </p:txBody>
      </p:sp>
      <p:sp>
        <p:nvSpPr>
          <p:cNvPr id="8" name="Google Shape;8;p1"/>
          <p:cNvSpPr txBox="1"/>
          <p:nvPr>
            <p:ph idx="12" type="sldNum"/>
          </p:nvPr>
        </p:nvSpPr>
        <p:spPr>
          <a:xfrm>
            <a:off x="40667798" y="29844588"/>
            <a:ext cx="2633700" cy="2519100"/>
          </a:xfrm>
          <a:prstGeom prst="rect">
            <a:avLst/>
          </a:prstGeom>
          <a:noFill/>
          <a:ln>
            <a:noFill/>
          </a:ln>
        </p:spPr>
        <p:txBody>
          <a:bodyPr anchorCtr="0" anchor="ctr" bIns="479475" lIns="479475" spcFirstLastPara="1" rIns="479475" wrap="square" tIns="479475">
            <a:normAutofit/>
          </a:bodyPr>
          <a:lstStyle>
            <a:lvl1pPr lvl="0" algn="r">
              <a:buNone/>
              <a:defRPr sz="5244">
                <a:solidFill>
                  <a:schemeClr val="dk2"/>
                </a:solidFill>
              </a:defRPr>
            </a:lvl1pPr>
            <a:lvl2pPr lvl="1" algn="r">
              <a:buNone/>
              <a:defRPr sz="5244">
                <a:solidFill>
                  <a:schemeClr val="dk2"/>
                </a:solidFill>
              </a:defRPr>
            </a:lvl2pPr>
            <a:lvl3pPr lvl="2" algn="r">
              <a:buNone/>
              <a:defRPr sz="5244">
                <a:solidFill>
                  <a:schemeClr val="dk2"/>
                </a:solidFill>
              </a:defRPr>
            </a:lvl3pPr>
            <a:lvl4pPr lvl="3" algn="r">
              <a:buNone/>
              <a:defRPr sz="5244">
                <a:solidFill>
                  <a:schemeClr val="dk2"/>
                </a:solidFill>
              </a:defRPr>
            </a:lvl4pPr>
            <a:lvl5pPr lvl="4" algn="r">
              <a:buNone/>
              <a:defRPr sz="5244">
                <a:solidFill>
                  <a:schemeClr val="dk2"/>
                </a:solidFill>
              </a:defRPr>
            </a:lvl5pPr>
            <a:lvl6pPr lvl="5" algn="r">
              <a:buNone/>
              <a:defRPr sz="5244">
                <a:solidFill>
                  <a:schemeClr val="dk2"/>
                </a:solidFill>
              </a:defRPr>
            </a:lvl6pPr>
            <a:lvl7pPr lvl="6" algn="r">
              <a:buNone/>
              <a:defRPr sz="5244">
                <a:solidFill>
                  <a:schemeClr val="dk2"/>
                </a:solidFill>
              </a:defRPr>
            </a:lvl7pPr>
            <a:lvl8pPr lvl="7" algn="r">
              <a:buNone/>
              <a:defRPr sz="5244">
                <a:solidFill>
                  <a:schemeClr val="dk2"/>
                </a:solidFill>
              </a:defRPr>
            </a:lvl8pPr>
            <a:lvl9pPr lvl="8" algn="r">
              <a:buNone/>
              <a:defRPr sz="5244">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2.png"/><Relationship Id="rId13" Type="http://schemas.openxmlformats.org/officeDocument/2006/relationships/image" Target="../media/image8.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3.png"/><Relationship Id="rId9" Type="http://schemas.openxmlformats.org/officeDocument/2006/relationships/image" Target="../media/image5.png"/><Relationship Id="rId5" Type="http://schemas.openxmlformats.org/officeDocument/2006/relationships/image" Target="../media/image10.jpg"/><Relationship Id="rId6" Type="http://schemas.openxmlformats.org/officeDocument/2006/relationships/image" Target="../media/image9.png"/><Relationship Id="rId7" Type="http://schemas.openxmlformats.org/officeDocument/2006/relationships/image" Target="../media/image6.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D8D8"/>
            </a:gs>
            <a:gs pos="100000">
              <a:srgbClr val="CD0568"/>
            </a:gs>
          </a:gsLst>
          <a:lin ang="5400012" scaled="0"/>
        </a:gradFill>
      </p:bgPr>
    </p:bg>
    <p:spTree>
      <p:nvGrpSpPr>
        <p:cNvPr id="53" name="Shape 53"/>
        <p:cNvGrpSpPr/>
        <p:nvPr/>
      </p:nvGrpSpPr>
      <p:grpSpPr>
        <a:xfrm>
          <a:off x="0" y="0"/>
          <a:ext cx="0" cy="0"/>
          <a:chOff x="0" y="0"/>
          <a:chExt cx="0" cy="0"/>
        </a:xfrm>
      </p:grpSpPr>
      <p:sp>
        <p:nvSpPr>
          <p:cNvPr id="54" name="Google Shape;54;p13"/>
          <p:cNvSpPr/>
          <p:nvPr/>
        </p:nvSpPr>
        <p:spPr>
          <a:xfrm>
            <a:off x="1718484" y="675591"/>
            <a:ext cx="40843200" cy="3114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55" name="Google Shape;55;p13"/>
          <p:cNvSpPr txBox="1"/>
          <p:nvPr/>
        </p:nvSpPr>
        <p:spPr>
          <a:xfrm>
            <a:off x="6620925" y="764601"/>
            <a:ext cx="30581700" cy="3620100"/>
          </a:xfrm>
          <a:prstGeom prst="rect">
            <a:avLst/>
          </a:prstGeom>
          <a:noFill/>
          <a:ln>
            <a:noFill/>
          </a:ln>
        </p:spPr>
        <p:txBody>
          <a:bodyPr anchorCtr="0" anchor="t" bIns="378225" lIns="378225" spcFirstLastPara="1" rIns="378225" wrap="square" tIns="378225">
            <a:noAutofit/>
          </a:bodyPr>
          <a:lstStyle/>
          <a:p>
            <a:pPr indent="0" lvl="0" marL="0" rtl="0" algn="ctr">
              <a:lnSpc>
                <a:spcPct val="115000"/>
              </a:lnSpc>
              <a:spcBef>
                <a:spcPts val="0"/>
              </a:spcBef>
              <a:spcAft>
                <a:spcPts val="0"/>
              </a:spcAft>
              <a:buClr>
                <a:schemeClr val="dk1"/>
              </a:buClr>
              <a:buSzPts val="1100"/>
              <a:buFont typeface="Arial"/>
              <a:buNone/>
            </a:pPr>
            <a:r>
              <a:rPr b="1" lang="en" sz="4300">
                <a:solidFill>
                  <a:srgbClr val="222222"/>
                </a:solidFill>
                <a:latin typeface="Raleway"/>
                <a:ea typeface="Raleway"/>
                <a:cs typeface="Raleway"/>
                <a:sym typeface="Raleway"/>
              </a:rPr>
              <a:t>Exome-wide </a:t>
            </a:r>
            <a:r>
              <a:rPr b="1" lang="en" sz="4300">
                <a:solidFill>
                  <a:srgbClr val="222222"/>
                </a:solidFill>
                <a:latin typeface="Raleway"/>
                <a:ea typeface="Raleway"/>
                <a:cs typeface="Raleway"/>
                <a:sym typeface="Raleway"/>
              </a:rPr>
              <a:t>Association</a:t>
            </a:r>
            <a:r>
              <a:rPr b="1" lang="en" sz="4300">
                <a:solidFill>
                  <a:srgbClr val="222222"/>
                </a:solidFill>
                <a:latin typeface="Raleway"/>
                <a:ea typeface="Raleway"/>
                <a:cs typeface="Raleway"/>
                <a:sym typeface="Raleway"/>
              </a:rPr>
              <a:t> Study (ExWAS) of Hearing Loss </a:t>
            </a:r>
            <a:endParaRPr b="1" sz="4300">
              <a:solidFill>
                <a:srgbClr val="222222"/>
              </a:solidFill>
              <a:latin typeface="Raleway"/>
              <a:ea typeface="Raleway"/>
              <a:cs typeface="Raleway"/>
              <a:sym typeface="Raleway"/>
            </a:endParaRPr>
          </a:p>
          <a:p>
            <a:pPr indent="0" lvl="0" marL="0" rtl="0" algn="ctr">
              <a:lnSpc>
                <a:spcPct val="115000"/>
              </a:lnSpc>
              <a:spcBef>
                <a:spcPts val="0"/>
              </a:spcBef>
              <a:spcAft>
                <a:spcPts val="0"/>
              </a:spcAft>
              <a:buClr>
                <a:schemeClr val="dk1"/>
              </a:buClr>
              <a:buSzPts val="1100"/>
              <a:buFont typeface="Arial"/>
              <a:buNone/>
            </a:pPr>
            <a:r>
              <a:rPr b="1" lang="en" sz="4300">
                <a:solidFill>
                  <a:srgbClr val="222222"/>
                </a:solidFill>
                <a:latin typeface="Raleway"/>
                <a:ea typeface="Raleway"/>
                <a:cs typeface="Raleway"/>
                <a:sym typeface="Raleway"/>
              </a:rPr>
              <a:t>in the Penn Medicine BioBank (PMBB)</a:t>
            </a:r>
            <a:endParaRPr b="1" sz="4300">
              <a:solidFill>
                <a:srgbClr val="222222"/>
              </a:solidFill>
              <a:latin typeface="Raleway"/>
              <a:ea typeface="Raleway"/>
              <a:cs typeface="Raleway"/>
              <a:sym typeface="Raleway"/>
            </a:endParaRPr>
          </a:p>
          <a:p>
            <a:pPr indent="0" lvl="0" marL="0" rtl="0" algn="ctr">
              <a:lnSpc>
                <a:spcPct val="115000"/>
              </a:lnSpc>
              <a:spcBef>
                <a:spcPts val="0"/>
              </a:spcBef>
              <a:spcAft>
                <a:spcPts val="0"/>
              </a:spcAft>
              <a:buClr>
                <a:schemeClr val="dk1"/>
              </a:buClr>
              <a:buSzPts val="1100"/>
              <a:buFont typeface="Arial"/>
              <a:buNone/>
            </a:pPr>
            <a:r>
              <a:rPr lang="en" sz="3000"/>
              <a:t>Elena Sretenović</a:t>
            </a:r>
            <a:r>
              <a:rPr baseline="30000" lang="en" sz="3000"/>
              <a:t>1</a:t>
            </a:r>
            <a:r>
              <a:rPr lang="en" sz="3000"/>
              <a:t>, Nicole Palmiero</a:t>
            </a:r>
            <a:r>
              <a:rPr baseline="30000" lang="en" sz="3000">
                <a:solidFill>
                  <a:schemeClr val="dk1"/>
                </a:solidFill>
              </a:rPr>
              <a:t>1</a:t>
            </a:r>
            <a:r>
              <a:rPr lang="en" sz="3000"/>
              <a:t>, Andre Rico</a:t>
            </a:r>
            <a:r>
              <a:rPr baseline="30000" lang="en" sz="3000">
                <a:solidFill>
                  <a:schemeClr val="dk1"/>
                </a:solidFill>
              </a:rPr>
              <a:t>1</a:t>
            </a:r>
            <a:r>
              <a:rPr lang="en" sz="3000"/>
              <a:t>, Molly A Hall</a:t>
            </a:r>
            <a:r>
              <a:rPr baseline="30000" lang="en" sz="3000">
                <a:solidFill>
                  <a:schemeClr val="dk1"/>
                </a:solidFill>
              </a:rPr>
              <a:t>1</a:t>
            </a:r>
            <a:r>
              <a:rPr lang="en" sz="3000"/>
              <a:t>, Doug Epstein</a:t>
            </a:r>
            <a:r>
              <a:rPr baseline="30000" lang="en" sz="3000">
                <a:solidFill>
                  <a:schemeClr val="dk1"/>
                </a:solidFill>
              </a:rPr>
              <a:t>1</a:t>
            </a:r>
            <a:endParaRPr baseline="30000" sz="3000">
              <a:solidFill>
                <a:schemeClr val="dk1"/>
              </a:solidFill>
            </a:endParaRPr>
          </a:p>
          <a:p>
            <a:pPr indent="-400050" lvl="0" marL="457200" rtl="0" algn="ctr">
              <a:lnSpc>
                <a:spcPct val="115000"/>
              </a:lnSpc>
              <a:spcBef>
                <a:spcPts val="0"/>
              </a:spcBef>
              <a:spcAft>
                <a:spcPts val="0"/>
              </a:spcAft>
              <a:buSzPts val="2700"/>
              <a:buAutoNum type="arabicPeriod"/>
            </a:pPr>
            <a:r>
              <a:rPr lang="en" sz="2700">
                <a:latin typeface="Roboto"/>
                <a:ea typeface="Roboto"/>
                <a:cs typeface="Roboto"/>
                <a:sym typeface="Roboto"/>
              </a:rPr>
              <a:t>Department of Genetics, Perelman School of Medicine, University of Pennsylvania</a:t>
            </a:r>
            <a:r>
              <a:rPr lang="en" sz="2700"/>
              <a:t> </a:t>
            </a:r>
            <a:endParaRPr baseline="30000" sz="2700"/>
          </a:p>
        </p:txBody>
      </p:sp>
      <p:sp>
        <p:nvSpPr>
          <p:cNvPr id="56" name="Google Shape;56;p13"/>
          <p:cNvSpPr/>
          <p:nvPr/>
        </p:nvSpPr>
        <p:spPr>
          <a:xfrm>
            <a:off x="1883734" y="4003928"/>
            <a:ext cx="11126400" cy="5189700"/>
          </a:xfrm>
          <a:prstGeom prst="roundRect">
            <a:avLst>
              <a:gd fmla="val 4878" name="adj"/>
            </a:avLst>
          </a:prstGeom>
          <a:solidFill>
            <a:srgbClr val="FFFFFF"/>
          </a:solidFill>
          <a:ln>
            <a:noFill/>
          </a:ln>
        </p:spPr>
        <p:txBody>
          <a:bodyPr anchorCtr="0" anchor="ctr" bIns="83425" lIns="83425" spcFirstLastPara="1" rIns="83425" wrap="square" tIns="83425">
            <a:noAutofit/>
          </a:bodyPr>
          <a:lstStyle/>
          <a:p>
            <a:pPr indent="0" lvl="0" marL="0" rtl="0" algn="ctr">
              <a:spcBef>
                <a:spcPts val="0"/>
              </a:spcBef>
              <a:spcAft>
                <a:spcPts val="0"/>
              </a:spcAft>
              <a:buNone/>
            </a:pPr>
            <a:r>
              <a:t/>
            </a:r>
            <a:endParaRPr sz="1278"/>
          </a:p>
        </p:txBody>
      </p:sp>
      <p:sp>
        <p:nvSpPr>
          <p:cNvPr id="57" name="Google Shape;57;p13"/>
          <p:cNvSpPr/>
          <p:nvPr/>
        </p:nvSpPr>
        <p:spPr>
          <a:xfrm>
            <a:off x="2501175" y="4384725"/>
            <a:ext cx="13627800" cy="722100"/>
          </a:xfrm>
          <a:prstGeom prst="round2SameRect">
            <a:avLst>
              <a:gd fmla="val 50000" name="adj1"/>
              <a:gd fmla="val 0" name="adj2"/>
            </a:avLst>
          </a:prstGeom>
          <a:solidFill>
            <a:srgbClr val="F1C232"/>
          </a:solidFill>
          <a:ln>
            <a:noFill/>
          </a:ln>
        </p:spPr>
        <p:txBody>
          <a:bodyPr anchorCtr="0" anchor="ctr" bIns="83425" lIns="83425" spcFirstLastPara="1" rIns="83425" wrap="square" tIns="83425">
            <a:noAutofit/>
          </a:bodyPr>
          <a:lstStyle/>
          <a:p>
            <a:pPr indent="0" lvl="0" marL="0" rtl="0" algn="ctr">
              <a:spcBef>
                <a:spcPts val="0"/>
              </a:spcBef>
              <a:spcAft>
                <a:spcPts val="0"/>
              </a:spcAft>
              <a:buNone/>
            </a:pPr>
            <a:r>
              <a:rPr b="1" lang="en" sz="5750">
                <a:solidFill>
                  <a:srgbClr val="741B47"/>
                </a:solidFill>
                <a:latin typeface="Raleway"/>
                <a:ea typeface="Raleway"/>
                <a:cs typeface="Raleway"/>
                <a:sym typeface="Raleway"/>
              </a:rPr>
              <a:t>Introduction</a:t>
            </a:r>
            <a:endParaRPr b="1" sz="5750">
              <a:solidFill>
                <a:srgbClr val="741B47"/>
              </a:solidFill>
              <a:latin typeface="Raleway"/>
              <a:ea typeface="Raleway"/>
              <a:cs typeface="Raleway"/>
              <a:sym typeface="Raleway"/>
            </a:endParaRPr>
          </a:p>
        </p:txBody>
      </p:sp>
      <p:sp>
        <p:nvSpPr>
          <p:cNvPr id="58" name="Google Shape;58;p13"/>
          <p:cNvSpPr txBox="1"/>
          <p:nvPr/>
        </p:nvSpPr>
        <p:spPr>
          <a:xfrm>
            <a:off x="2501175" y="5214525"/>
            <a:ext cx="13627800" cy="7427700"/>
          </a:xfrm>
          <a:prstGeom prst="rect">
            <a:avLst/>
          </a:prstGeom>
          <a:noFill/>
          <a:ln>
            <a:noFill/>
          </a:ln>
        </p:spPr>
        <p:txBody>
          <a:bodyPr anchorCtr="0" anchor="t" bIns="83425" lIns="83425" spcFirstLastPara="1" rIns="83425" wrap="square" tIns="83425">
            <a:noAutofit/>
          </a:bodyPr>
          <a:lstStyle/>
          <a:p>
            <a:pPr indent="-358485" lvl="0" marL="374072" rtl="0" algn="l">
              <a:lnSpc>
                <a:spcPct val="115000"/>
              </a:lnSpc>
              <a:spcBef>
                <a:spcPts val="0"/>
              </a:spcBef>
              <a:spcAft>
                <a:spcPts val="0"/>
              </a:spcAft>
              <a:buSzPts val="2700"/>
              <a:buChar char="●"/>
            </a:pPr>
            <a:r>
              <a:rPr lang="en" sz="2700">
                <a:solidFill>
                  <a:srgbClr val="000000"/>
                </a:solidFill>
              </a:rPr>
              <a:t>Age-related hearing loss is one of the most common sensory disorders worldwide and can arise from </a:t>
            </a:r>
            <a:r>
              <a:rPr lang="en" sz="2700"/>
              <a:t>genetic</a:t>
            </a:r>
            <a:r>
              <a:rPr lang="en" sz="2700">
                <a:solidFill>
                  <a:srgbClr val="000000"/>
                </a:solidFill>
              </a:rPr>
              <a:t> factors</a:t>
            </a:r>
            <a:endParaRPr sz="2700">
              <a:solidFill>
                <a:srgbClr val="000000"/>
              </a:solidFill>
            </a:endParaRPr>
          </a:p>
          <a:p>
            <a:pPr indent="-358485" lvl="0" marL="374072" rtl="0" algn="l">
              <a:lnSpc>
                <a:spcPct val="115000"/>
              </a:lnSpc>
              <a:spcBef>
                <a:spcPts val="0"/>
              </a:spcBef>
              <a:spcAft>
                <a:spcPts val="0"/>
              </a:spcAft>
              <a:buSzPts val="2700"/>
              <a:buChar char="●"/>
            </a:pPr>
            <a:r>
              <a:rPr lang="en" sz="2700"/>
              <a:t>While many congenital hearing loss genes have been identified, the genetic contributors to adult-onset hearing loss remain incompletely understood. </a:t>
            </a:r>
            <a:endParaRPr sz="2700"/>
          </a:p>
          <a:p>
            <a:pPr indent="-358485" lvl="0" marL="374072" rtl="0" algn="l">
              <a:lnSpc>
                <a:spcPct val="115000"/>
              </a:lnSpc>
              <a:spcBef>
                <a:spcPts val="0"/>
              </a:spcBef>
              <a:spcAft>
                <a:spcPts val="0"/>
              </a:spcAft>
              <a:buSzPts val="2700"/>
              <a:buChar char="●"/>
            </a:pPr>
            <a:r>
              <a:rPr lang="en" sz="2700"/>
              <a:t>Large </a:t>
            </a:r>
            <a:r>
              <a:rPr b="1" lang="en" sz="2700"/>
              <a:t>biobank</a:t>
            </a:r>
            <a:r>
              <a:rPr lang="en" sz="2700"/>
              <a:t> datasets containing exome sequencing and electronic health record (EHR) information provide opportunities to discover genes associated with complex hearing phenotypes. </a:t>
            </a:r>
            <a:endParaRPr sz="2700"/>
          </a:p>
          <a:p>
            <a:pPr indent="-358485" lvl="0" marL="374072" rtl="0" algn="l">
              <a:spcBef>
                <a:spcPts val="0"/>
              </a:spcBef>
              <a:spcAft>
                <a:spcPts val="0"/>
              </a:spcAft>
              <a:buSzPts val="2700"/>
              <a:buChar char="●"/>
            </a:pPr>
            <a:r>
              <a:rPr lang="en" sz="2700"/>
              <a:t>Exome-Wide Association Studies (</a:t>
            </a:r>
            <a:r>
              <a:rPr b="1" lang="en" sz="2700"/>
              <a:t>ExWAS</a:t>
            </a:r>
            <a:r>
              <a:rPr lang="en" sz="2700"/>
              <a:t>) evaluate protein coding variants across the allele-frequency spectrum for association with disease phenotypes. </a:t>
            </a:r>
            <a:endParaRPr sz="2700"/>
          </a:p>
          <a:p>
            <a:pPr indent="-358485" lvl="0" marL="374072" rtl="0" algn="l">
              <a:lnSpc>
                <a:spcPct val="115000"/>
              </a:lnSpc>
              <a:spcBef>
                <a:spcPts val="0"/>
              </a:spcBef>
              <a:spcAft>
                <a:spcPts val="0"/>
              </a:spcAft>
              <a:buSzPts val="2700"/>
              <a:buChar char="●"/>
            </a:pPr>
            <a:r>
              <a:rPr lang="en" sz="2700">
                <a:solidFill>
                  <a:srgbClr val="000000"/>
                </a:solidFill>
              </a:rPr>
              <a:t>Previous analyses with earlier releases of the</a:t>
            </a:r>
            <a:r>
              <a:rPr b="1" lang="en" sz="2700">
                <a:solidFill>
                  <a:srgbClr val="000000"/>
                </a:solidFill>
              </a:rPr>
              <a:t> Penn Medicine BioBank (PMBB) </a:t>
            </a:r>
            <a:r>
              <a:rPr lang="en" sz="2700">
                <a:solidFill>
                  <a:srgbClr val="000000"/>
                </a:solidFill>
              </a:rPr>
              <a:t>identified </a:t>
            </a:r>
            <a:r>
              <a:rPr b="1" lang="en" sz="2700">
                <a:solidFill>
                  <a:srgbClr val="000000"/>
                </a:solidFill>
              </a:rPr>
              <a:t>ZNF175 as a candidate hearing loss gene </a:t>
            </a:r>
            <a:r>
              <a:rPr lang="en" sz="2700">
                <a:solidFill>
                  <a:srgbClr val="000000"/>
                </a:solidFill>
              </a:rPr>
              <a:t>due to its strong association with tinnitus and suggestive association with hearing loss.</a:t>
            </a:r>
            <a:endParaRPr sz="2700"/>
          </a:p>
          <a:p>
            <a:pPr indent="-358485" lvl="0" marL="374072" rtl="0" algn="l">
              <a:lnSpc>
                <a:spcPct val="115000"/>
              </a:lnSpc>
              <a:spcBef>
                <a:spcPts val="0"/>
              </a:spcBef>
              <a:spcAft>
                <a:spcPts val="0"/>
              </a:spcAft>
              <a:buSzPts val="2700"/>
              <a:buChar char="●"/>
            </a:pPr>
            <a:r>
              <a:rPr lang="en" sz="2700">
                <a:solidFill>
                  <a:srgbClr val="000000"/>
                </a:solidFill>
              </a:rPr>
              <a:t>Functional studies in mice further support ZNF175’s role as a hearing loss gene, as disruption of the mouse ortholog, Zfp719, results in hearing loss in mice. </a:t>
            </a:r>
            <a:endParaRPr sz="2700">
              <a:solidFill>
                <a:srgbClr val="000000"/>
              </a:solidFill>
            </a:endParaRPr>
          </a:p>
          <a:p>
            <a:pPr indent="0" lvl="0" marL="0" rtl="0" algn="l">
              <a:spcBef>
                <a:spcPts val="0"/>
              </a:spcBef>
              <a:spcAft>
                <a:spcPts val="0"/>
              </a:spcAft>
              <a:buNone/>
            </a:pPr>
            <a:r>
              <a:t/>
            </a:r>
            <a:endParaRPr sz="2700">
              <a:solidFill>
                <a:srgbClr val="000000"/>
              </a:solidFill>
            </a:endParaRPr>
          </a:p>
          <a:p>
            <a:pPr indent="0" lvl="0" marL="0" rtl="0" algn="l">
              <a:spcBef>
                <a:spcPts val="0"/>
              </a:spcBef>
              <a:spcAft>
                <a:spcPts val="0"/>
              </a:spcAft>
              <a:buNone/>
            </a:pPr>
            <a:r>
              <a:rPr lang="en" sz="2700">
                <a:solidFill>
                  <a:srgbClr val="000000"/>
                </a:solidFill>
              </a:rPr>
              <a:t> </a:t>
            </a:r>
            <a:endParaRPr sz="2700">
              <a:solidFill>
                <a:srgbClr val="000000"/>
              </a:solidFill>
            </a:endParaRPr>
          </a:p>
          <a:p>
            <a:pPr indent="457200" lvl="0" marL="457200" rtl="0" algn="ctr">
              <a:spcBef>
                <a:spcPts val="0"/>
              </a:spcBef>
              <a:spcAft>
                <a:spcPts val="0"/>
              </a:spcAft>
              <a:buNone/>
            </a:pPr>
            <a:r>
              <a:t/>
            </a:r>
            <a:endParaRPr sz="3700"/>
          </a:p>
        </p:txBody>
      </p:sp>
      <p:sp>
        <p:nvSpPr>
          <p:cNvPr id="59" name="Google Shape;59;p13"/>
          <p:cNvSpPr/>
          <p:nvPr/>
        </p:nvSpPr>
        <p:spPr>
          <a:xfrm>
            <a:off x="2823175" y="12598800"/>
            <a:ext cx="13305900" cy="3352800"/>
          </a:xfrm>
          <a:prstGeom prst="ellipse">
            <a:avLst/>
          </a:prstGeom>
          <a:noFill/>
          <a:ln cap="flat" cmpd="sng" w="1524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3600">
                <a:solidFill>
                  <a:srgbClr val="000000"/>
                </a:solidFill>
                <a:latin typeface="Raleway"/>
                <a:ea typeface="Raleway"/>
                <a:cs typeface="Raleway"/>
                <a:sym typeface="Raleway"/>
              </a:rPr>
              <a:t>Here, I aim to evaluate the association between </a:t>
            </a:r>
            <a:r>
              <a:rPr b="1" lang="en" sz="3600">
                <a:solidFill>
                  <a:srgbClr val="000000"/>
                </a:solidFill>
                <a:latin typeface="Raleway"/>
                <a:ea typeface="Raleway"/>
                <a:cs typeface="Raleway"/>
                <a:sym typeface="Raleway"/>
              </a:rPr>
              <a:t>ZNF175 </a:t>
            </a:r>
            <a:r>
              <a:rPr lang="en" sz="3600">
                <a:solidFill>
                  <a:srgbClr val="000000"/>
                </a:solidFill>
                <a:latin typeface="Raleway"/>
                <a:ea typeface="Raleway"/>
                <a:cs typeface="Raleway"/>
                <a:sym typeface="Raleway"/>
              </a:rPr>
              <a:t>and hearing loss </a:t>
            </a:r>
            <a:r>
              <a:rPr lang="en" sz="3600">
                <a:latin typeface="Raleway"/>
                <a:ea typeface="Raleway"/>
                <a:cs typeface="Raleway"/>
                <a:sym typeface="Raleway"/>
              </a:rPr>
              <a:t>and search for novel hearing loss genes through a ExWAS in PMBB v4 </a:t>
            </a:r>
            <a:endParaRPr sz="1300">
              <a:latin typeface="Raleway"/>
              <a:ea typeface="Raleway"/>
              <a:cs typeface="Raleway"/>
              <a:sym typeface="Raleway"/>
            </a:endParaRPr>
          </a:p>
        </p:txBody>
      </p:sp>
      <p:sp>
        <p:nvSpPr>
          <p:cNvPr id="60" name="Google Shape;60;p13"/>
          <p:cNvSpPr txBox="1"/>
          <p:nvPr/>
        </p:nvSpPr>
        <p:spPr>
          <a:xfrm>
            <a:off x="2501175" y="17383025"/>
            <a:ext cx="13627800" cy="4911600"/>
          </a:xfrm>
          <a:prstGeom prst="rect">
            <a:avLst/>
          </a:prstGeom>
          <a:noFill/>
          <a:ln>
            <a:noFill/>
          </a:ln>
        </p:spPr>
        <p:txBody>
          <a:bodyPr anchorCtr="0" anchor="t" bIns="83425" lIns="83425" spcFirstLastPara="1" rIns="83425" wrap="square" tIns="83425">
            <a:noAutofit/>
          </a:bodyPr>
          <a:lstStyle/>
          <a:p>
            <a:pPr indent="-400050" lvl="0" marL="457200" rtl="0" algn="l">
              <a:spcBef>
                <a:spcPts val="0"/>
              </a:spcBef>
              <a:spcAft>
                <a:spcPts val="0"/>
              </a:spcAft>
              <a:buSzPts val="2700"/>
              <a:buChar char="●"/>
            </a:pPr>
            <a:r>
              <a:rPr b="1" lang="en" sz="2700"/>
              <a:t>Phenotype definition:</a:t>
            </a:r>
            <a:r>
              <a:rPr lang="en" sz="2700"/>
              <a:t> Cases and controls were defined using ICD-10 codes H90, H91, and H93 to identify hearing loss and tinnitus phenotypes.</a:t>
            </a:r>
            <a:endParaRPr sz="2700"/>
          </a:p>
          <a:p>
            <a:pPr indent="-400050" lvl="0" marL="457200" rtl="0" algn="l">
              <a:spcBef>
                <a:spcPts val="0"/>
              </a:spcBef>
              <a:spcAft>
                <a:spcPts val="0"/>
              </a:spcAft>
              <a:buSzPts val="2700"/>
              <a:buChar char="●"/>
            </a:pPr>
            <a:r>
              <a:rPr b="1" lang="en" sz="2700"/>
              <a:t>Quality Control and Minor Allele Filtering:</a:t>
            </a:r>
            <a:r>
              <a:rPr lang="en" sz="2700"/>
              <a:t> To minimize statistical noise and control genomic inflation, variants with a genotype call rate &lt; 0.99 and a </a:t>
            </a:r>
            <a:r>
              <a:rPr lang="en" sz="2700"/>
              <a:t>Minor Allele Frequency (MAF) &lt; 0.01</a:t>
            </a:r>
            <a:r>
              <a:rPr lang="en" sz="2700"/>
              <a:t> were removed.</a:t>
            </a:r>
            <a:endParaRPr sz="2700"/>
          </a:p>
          <a:p>
            <a:pPr indent="-400050" lvl="0" marL="457200" rtl="0" algn="l">
              <a:spcBef>
                <a:spcPts val="0"/>
              </a:spcBef>
              <a:spcAft>
                <a:spcPts val="0"/>
              </a:spcAft>
              <a:buSzPts val="2700"/>
              <a:buChar char="●"/>
            </a:pPr>
            <a:r>
              <a:rPr b="1" lang="en" sz="2700"/>
              <a:t>Single-Variant Association Testing (ExWAS): </a:t>
            </a:r>
            <a:r>
              <a:rPr lang="en" sz="2700"/>
              <a:t>Single-variant association analyses were performed across individuals of African (AFR) and European (EUR) genetic inferred ancestry and a combined ancestry cohort using SAIGE. Covariates age, age², sex, and principal components (PCs) were included for adjustment</a:t>
            </a:r>
            <a:endParaRPr sz="2700"/>
          </a:p>
          <a:p>
            <a:pPr indent="0" lvl="0" marL="0" rtl="0" algn="l">
              <a:spcBef>
                <a:spcPts val="0"/>
              </a:spcBef>
              <a:spcAft>
                <a:spcPts val="0"/>
              </a:spcAft>
              <a:buNone/>
            </a:pPr>
            <a:r>
              <a:t/>
            </a:r>
            <a:endParaRPr sz="2700"/>
          </a:p>
          <a:p>
            <a:pPr indent="0" lvl="0" marL="0" rtl="0" algn="l">
              <a:spcBef>
                <a:spcPts val="0"/>
              </a:spcBef>
              <a:spcAft>
                <a:spcPts val="0"/>
              </a:spcAft>
              <a:buNone/>
            </a:pPr>
            <a:r>
              <a:t/>
            </a:r>
            <a:endParaRPr sz="2700"/>
          </a:p>
        </p:txBody>
      </p:sp>
      <p:sp>
        <p:nvSpPr>
          <p:cNvPr id="61" name="Google Shape;61;p13"/>
          <p:cNvSpPr/>
          <p:nvPr/>
        </p:nvSpPr>
        <p:spPr>
          <a:xfrm>
            <a:off x="16699775" y="24568900"/>
            <a:ext cx="11126400" cy="722100"/>
          </a:xfrm>
          <a:prstGeom prst="round2SameRect">
            <a:avLst>
              <a:gd fmla="val 50000" name="adj1"/>
              <a:gd fmla="val 0" name="adj2"/>
            </a:avLst>
          </a:prstGeom>
          <a:solidFill>
            <a:srgbClr val="F1C232"/>
          </a:solidFill>
          <a:ln>
            <a:noFill/>
          </a:ln>
        </p:spPr>
        <p:txBody>
          <a:bodyPr anchorCtr="0" anchor="ctr" bIns="83425" lIns="83425" spcFirstLastPara="1" rIns="83425" wrap="square" tIns="83425">
            <a:noAutofit/>
          </a:bodyPr>
          <a:lstStyle/>
          <a:p>
            <a:pPr indent="0" lvl="0" marL="0" rtl="0" algn="ctr">
              <a:spcBef>
                <a:spcPts val="0"/>
              </a:spcBef>
              <a:spcAft>
                <a:spcPts val="0"/>
              </a:spcAft>
              <a:buNone/>
            </a:pPr>
            <a:r>
              <a:rPr b="1" lang="en" sz="5750">
                <a:solidFill>
                  <a:srgbClr val="741B47"/>
                </a:solidFill>
                <a:latin typeface="Raleway"/>
                <a:ea typeface="Raleway"/>
                <a:cs typeface="Raleway"/>
                <a:sym typeface="Raleway"/>
              </a:rPr>
              <a:t>Results</a:t>
            </a:r>
            <a:endParaRPr b="1" sz="5750">
              <a:solidFill>
                <a:srgbClr val="741B47"/>
              </a:solidFill>
              <a:latin typeface="Raleway"/>
              <a:ea typeface="Raleway"/>
              <a:cs typeface="Raleway"/>
              <a:sym typeface="Raleway"/>
            </a:endParaRPr>
          </a:p>
        </p:txBody>
      </p:sp>
      <p:sp>
        <p:nvSpPr>
          <p:cNvPr id="62" name="Google Shape;62;p13"/>
          <p:cNvSpPr txBox="1"/>
          <p:nvPr/>
        </p:nvSpPr>
        <p:spPr>
          <a:xfrm>
            <a:off x="18180225" y="30381725"/>
            <a:ext cx="22880100" cy="1189800"/>
          </a:xfrm>
          <a:prstGeom prst="rect">
            <a:avLst/>
          </a:prstGeom>
          <a:noFill/>
          <a:ln>
            <a:noFill/>
          </a:ln>
        </p:spPr>
        <p:txBody>
          <a:bodyPr anchorCtr="0" anchor="t" bIns="83425" lIns="83425" spcFirstLastPara="1" rIns="83425" wrap="square" tIns="83425">
            <a:noAutofit/>
          </a:bodyPr>
          <a:lstStyle/>
          <a:p>
            <a:pPr indent="0" lvl="0" marL="0" rtl="0" algn="ctr">
              <a:spcBef>
                <a:spcPts val="0"/>
              </a:spcBef>
              <a:spcAft>
                <a:spcPts val="0"/>
              </a:spcAft>
              <a:buNone/>
            </a:pPr>
            <a:r>
              <a:rPr b="1" lang="en" sz="2700">
                <a:solidFill>
                  <a:schemeClr val="dk1"/>
                </a:solidFill>
              </a:rPr>
              <a:t>Acknowledgements</a:t>
            </a:r>
            <a:endParaRPr b="1" sz="2700">
              <a:solidFill>
                <a:schemeClr val="dk1"/>
              </a:solidFill>
            </a:endParaRPr>
          </a:p>
          <a:p>
            <a:pPr indent="0" lvl="0" marL="0" rtl="0" algn="l">
              <a:spcBef>
                <a:spcPts val="0"/>
              </a:spcBef>
              <a:spcAft>
                <a:spcPts val="0"/>
              </a:spcAft>
              <a:buNone/>
            </a:pPr>
            <a:r>
              <a:rPr lang="en" sz="2700">
                <a:solidFill>
                  <a:schemeClr val="dk1"/>
                </a:solidFill>
              </a:rPr>
              <a:t>This work is supported by the following: Penn Genetics Summer Internship Program (PGSIP), University of </a:t>
            </a:r>
            <a:r>
              <a:rPr lang="en" sz="2700">
                <a:solidFill>
                  <a:schemeClr val="dk1"/>
                </a:solidFill>
              </a:rPr>
              <a:t>Pennsylvania</a:t>
            </a:r>
            <a:r>
              <a:rPr lang="en" sz="2700">
                <a:solidFill>
                  <a:schemeClr val="dk1"/>
                </a:solidFill>
              </a:rPr>
              <a:t> Research Trainee Affairs </a:t>
            </a:r>
            <a:endParaRPr sz="2700">
              <a:solidFill>
                <a:schemeClr val="dk1"/>
              </a:solidFill>
            </a:endParaRPr>
          </a:p>
        </p:txBody>
      </p:sp>
      <p:sp>
        <p:nvSpPr>
          <p:cNvPr id="63" name="Google Shape;63;p13"/>
          <p:cNvSpPr txBox="1"/>
          <p:nvPr/>
        </p:nvSpPr>
        <p:spPr>
          <a:xfrm>
            <a:off x="28134999" y="20963500"/>
            <a:ext cx="4669200" cy="320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t>Fig 3. Quantile-Quantile (Q-Q) plots of observed versus expected -log10(p-values). </a:t>
            </a:r>
            <a:r>
              <a:rPr lang="en" sz="2200"/>
              <a:t>The solid red diagonal line represents the expected distribution under the null hypothesis of no genetic association. The genomic inflation factor (lambda) evaluates population stratification and systemic bias. </a:t>
            </a:r>
            <a:endParaRPr sz="2200">
              <a:highlight>
                <a:srgbClr val="FFFFFF"/>
              </a:highlight>
            </a:endParaRPr>
          </a:p>
          <a:p>
            <a:pPr indent="0" lvl="0" marL="0" rtl="0" algn="l">
              <a:spcBef>
                <a:spcPts val="0"/>
              </a:spcBef>
              <a:spcAft>
                <a:spcPts val="0"/>
              </a:spcAft>
              <a:buNone/>
            </a:pPr>
            <a:r>
              <a:t/>
            </a:r>
            <a:endParaRPr sz="2200"/>
          </a:p>
        </p:txBody>
      </p:sp>
      <p:sp>
        <p:nvSpPr>
          <p:cNvPr id="64" name="Google Shape;64;p13"/>
          <p:cNvSpPr/>
          <p:nvPr/>
        </p:nvSpPr>
        <p:spPr>
          <a:xfrm>
            <a:off x="28134875" y="24560500"/>
            <a:ext cx="13305900" cy="722100"/>
          </a:xfrm>
          <a:prstGeom prst="round2SameRect">
            <a:avLst>
              <a:gd fmla="val 50000" name="adj1"/>
              <a:gd fmla="val 0" name="adj2"/>
            </a:avLst>
          </a:prstGeom>
          <a:solidFill>
            <a:srgbClr val="F1C232"/>
          </a:solidFill>
          <a:ln>
            <a:noFill/>
          </a:ln>
        </p:spPr>
        <p:txBody>
          <a:bodyPr anchorCtr="0" anchor="ctr" bIns="83425" lIns="83425" spcFirstLastPara="1" rIns="83425" wrap="square" tIns="83425">
            <a:noAutofit/>
          </a:bodyPr>
          <a:lstStyle/>
          <a:p>
            <a:pPr indent="0" lvl="0" marL="0" rtl="0" algn="ctr">
              <a:spcBef>
                <a:spcPts val="0"/>
              </a:spcBef>
              <a:spcAft>
                <a:spcPts val="0"/>
              </a:spcAft>
              <a:buNone/>
            </a:pPr>
            <a:r>
              <a:rPr b="1" lang="en" sz="5750">
                <a:solidFill>
                  <a:srgbClr val="741B47"/>
                </a:solidFill>
                <a:latin typeface="Raleway"/>
                <a:ea typeface="Raleway"/>
                <a:cs typeface="Raleway"/>
                <a:sym typeface="Raleway"/>
              </a:rPr>
              <a:t>Future Directions</a:t>
            </a:r>
            <a:endParaRPr b="1" sz="5750">
              <a:solidFill>
                <a:srgbClr val="741B47"/>
              </a:solidFill>
              <a:latin typeface="Raleway"/>
              <a:ea typeface="Raleway"/>
              <a:cs typeface="Raleway"/>
              <a:sym typeface="Raleway"/>
            </a:endParaRPr>
          </a:p>
        </p:txBody>
      </p:sp>
      <p:sp>
        <p:nvSpPr>
          <p:cNvPr id="65" name="Google Shape;65;p13"/>
          <p:cNvSpPr txBox="1"/>
          <p:nvPr/>
        </p:nvSpPr>
        <p:spPr>
          <a:xfrm>
            <a:off x="17272650" y="21474950"/>
            <a:ext cx="10761000" cy="201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t>Fig 2. Manhattan plots of </a:t>
            </a:r>
            <a:r>
              <a:rPr b="1" lang="en" sz="2300">
                <a:solidFill>
                  <a:schemeClr val="dk1"/>
                </a:solidFill>
              </a:rPr>
              <a:t>all (combined), African (AFR), and European (EUR) ancestry datasets.</a:t>
            </a:r>
            <a:r>
              <a:rPr lang="en" sz="2300">
                <a:solidFill>
                  <a:schemeClr val="dk1"/>
                </a:solidFill>
              </a:rPr>
              <a:t> Genomic coordinates are plotted on the x-axis, with chromosomes alternating in color. The y-axis displays the negative base-10 logarithm of the association p-value. The dashed </a:t>
            </a:r>
            <a:r>
              <a:rPr lang="en" sz="2300"/>
              <a:t>horizontal line denotes the genome wide statistical significance threshold (5e-8).</a:t>
            </a:r>
            <a:endParaRPr sz="2300"/>
          </a:p>
        </p:txBody>
      </p:sp>
      <p:sp>
        <p:nvSpPr>
          <p:cNvPr id="66" name="Google Shape;66;p13"/>
          <p:cNvSpPr/>
          <p:nvPr/>
        </p:nvSpPr>
        <p:spPr>
          <a:xfrm>
            <a:off x="2880325" y="22385441"/>
            <a:ext cx="2389200" cy="7662300"/>
          </a:xfrm>
          <a:prstGeom prst="roundRect">
            <a:avLst>
              <a:gd fmla="val 16667" name="adj"/>
            </a:avLst>
          </a:prstGeom>
          <a:solidFill>
            <a:srgbClr val="D2A8FF"/>
          </a:solidFill>
          <a:ln>
            <a:noFill/>
          </a:ln>
        </p:spPr>
        <p:txBody>
          <a:bodyPr anchorCtr="0" anchor="ctr" bIns="59550" lIns="59550" spcFirstLastPara="1" rIns="59550" wrap="square" tIns="59550">
            <a:noAutofit/>
          </a:bodyPr>
          <a:lstStyle/>
          <a:p>
            <a:pPr indent="0" lvl="0" marL="0" rtl="0" algn="ctr">
              <a:spcBef>
                <a:spcPts val="0"/>
              </a:spcBef>
              <a:spcAft>
                <a:spcPts val="0"/>
              </a:spcAft>
              <a:buNone/>
            </a:pPr>
            <a:r>
              <a:rPr b="1" lang="en" sz="2602">
                <a:solidFill>
                  <a:srgbClr val="0C343D"/>
                </a:solidFill>
              </a:rPr>
              <a:t>Penn Medicine BioBank v4</a:t>
            </a:r>
            <a:endParaRPr b="1" sz="2602">
              <a:solidFill>
                <a:srgbClr val="0C343D"/>
              </a:solidFill>
            </a:endParaRPr>
          </a:p>
        </p:txBody>
      </p:sp>
      <p:sp>
        <p:nvSpPr>
          <p:cNvPr id="67" name="Google Shape;67;p13"/>
          <p:cNvSpPr/>
          <p:nvPr/>
        </p:nvSpPr>
        <p:spPr>
          <a:xfrm rot="-5400000">
            <a:off x="6577444" y="27783024"/>
            <a:ext cx="829800" cy="863400"/>
          </a:xfrm>
          <a:prstGeom prst="downArrow">
            <a:avLst>
              <a:gd fmla="val 50000" name="adj1"/>
              <a:gd fmla="val 50000" name="adj2"/>
            </a:avLst>
          </a:prstGeom>
          <a:solidFill>
            <a:srgbClr val="CD0568"/>
          </a:solidFill>
          <a:ln>
            <a:noFill/>
          </a:ln>
        </p:spPr>
        <p:txBody>
          <a:bodyPr anchorCtr="0" anchor="ctr" bIns="59550" lIns="59550" spcFirstLastPara="1" rIns="59550" wrap="square" tIns="59550">
            <a:noAutofit/>
          </a:bodyPr>
          <a:lstStyle/>
          <a:p>
            <a:pPr indent="0" lvl="0" marL="0" rtl="0" algn="ctr">
              <a:spcBef>
                <a:spcPts val="0"/>
              </a:spcBef>
              <a:spcAft>
                <a:spcPts val="0"/>
              </a:spcAft>
              <a:buNone/>
            </a:pPr>
            <a:r>
              <a:t/>
            </a:r>
            <a:endParaRPr sz="912"/>
          </a:p>
        </p:txBody>
      </p:sp>
      <p:sp>
        <p:nvSpPr>
          <p:cNvPr id="68" name="Google Shape;68;p13"/>
          <p:cNvSpPr/>
          <p:nvPr/>
        </p:nvSpPr>
        <p:spPr>
          <a:xfrm>
            <a:off x="9773376" y="26690815"/>
            <a:ext cx="1763400" cy="412200"/>
          </a:xfrm>
          <a:prstGeom prst="roundRect">
            <a:avLst>
              <a:gd fmla="val 16667" name="adj"/>
            </a:avLst>
          </a:prstGeom>
          <a:solidFill>
            <a:srgbClr val="8CBC3D"/>
          </a:solidFill>
          <a:ln>
            <a:noFill/>
          </a:ln>
        </p:spPr>
        <p:txBody>
          <a:bodyPr anchorCtr="0" anchor="ctr" bIns="71800" lIns="71800" spcFirstLastPara="1" rIns="71800" wrap="square" tIns="71800">
            <a:noAutofit/>
          </a:bodyPr>
          <a:lstStyle/>
          <a:p>
            <a:pPr indent="0" lvl="0" marL="0" rtl="0" algn="ctr">
              <a:spcBef>
                <a:spcPts val="0"/>
              </a:spcBef>
              <a:spcAft>
                <a:spcPts val="0"/>
              </a:spcAft>
              <a:buNone/>
            </a:pPr>
            <a:r>
              <a:rPr b="1" lang="en" sz="2905">
                <a:solidFill>
                  <a:srgbClr val="0C343D"/>
                </a:solidFill>
              </a:rPr>
              <a:t>Cases</a:t>
            </a:r>
            <a:endParaRPr b="1" sz="2905">
              <a:solidFill>
                <a:srgbClr val="0C343D"/>
              </a:solidFill>
            </a:endParaRPr>
          </a:p>
        </p:txBody>
      </p:sp>
      <p:sp>
        <p:nvSpPr>
          <p:cNvPr id="69" name="Google Shape;69;p13"/>
          <p:cNvSpPr/>
          <p:nvPr/>
        </p:nvSpPr>
        <p:spPr>
          <a:xfrm>
            <a:off x="7610300" y="22682675"/>
            <a:ext cx="3916500" cy="1654800"/>
          </a:xfrm>
          <a:prstGeom prst="roundRect">
            <a:avLst>
              <a:gd fmla="val 16667" name="adj"/>
            </a:avLst>
          </a:prstGeom>
          <a:solidFill>
            <a:srgbClr val="8CBC3D"/>
          </a:solidFill>
          <a:ln>
            <a:noFill/>
          </a:ln>
        </p:spPr>
        <p:txBody>
          <a:bodyPr anchorCtr="0" anchor="ctr" bIns="59550" lIns="59550" spcFirstLastPara="1" rIns="59550" wrap="square" tIns="59550">
            <a:noAutofit/>
          </a:bodyPr>
          <a:lstStyle/>
          <a:p>
            <a:pPr indent="0" lvl="0" marL="0" rtl="0" algn="ctr">
              <a:spcBef>
                <a:spcPts val="0"/>
              </a:spcBef>
              <a:spcAft>
                <a:spcPts val="0"/>
              </a:spcAft>
              <a:buNone/>
            </a:pPr>
            <a:r>
              <a:rPr b="1" lang="en" sz="2602">
                <a:solidFill>
                  <a:srgbClr val="0C343D"/>
                </a:solidFill>
              </a:rPr>
              <a:t>Genotype Call Rate</a:t>
            </a:r>
            <a:endParaRPr b="1" sz="2602">
              <a:solidFill>
                <a:srgbClr val="0C343D"/>
              </a:solidFill>
            </a:endParaRPr>
          </a:p>
          <a:p>
            <a:pPr indent="0" lvl="0" marL="0" rtl="0" algn="ctr">
              <a:spcBef>
                <a:spcPts val="0"/>
              </a:spcBef>
              <a:spcAft>
                <a:spcPts val="0"/>
              </a:spcAft>
              <a:buNone/>
            </a:pPr>
            <a:r>
              <a:rPr b="1" lang="en" sz="2602">
                <a:solidFill>
                  <a:srgbClr val="0C343D"/>
                </a:solidFill>
              </a:rPr>
              <a:t>&gt; 0.99</a:t>
            </a:r>
            <a:endParaRPr b="1" sz="2602">
              <a:solidFill>
                <a:srgbClr val="0C343D"/>
              </a:solidFill>
            </a:endParaRPr>
          </a:p>
        </p:txBody>
      </p:sp>
      <p:sp>
        <p:nvSpPr>
          <p:cNvPr id="70" name="Google Shape;70;p13"/>
          <p:cNvSpPr/>
          <p:nvPr/>
        </p:nvSpPr>
        <p:spPr>
          <a:xfrm>
            <a:off x="7610312" y="26690800"/>
            <a:ext cx="2026200" cy="950400"/>
          </a:xfrm>
          <a:prstGeom prst="roundRect">
            <a:avLst>
              <a:gd fmla="val 16667" name="adj"/>
            </a:avLst>
          </a:prstGeom>
          <a:solidFill>
            <a:srgbClr val="8CBC3D"/>
          </a:solidFill>
          <a:ln>
            <a:noFill/>
          </a:ln>
        </p:spPr>
        <p:txBody>
          <a:bodyPr anchorCtr="0" anchor="ctr" bIns="71800" lIns="71800" spcFirstLastPara="1" rIns="71800" wrap="square" tIns="71800">
            <a:noAutofit/>
          </a:bodyPr>
          <a:lstStyle/>
          <a:p>
            <a:pPr indent="0" lvl="0" marL="0" rtl="0" algn="ctr">
              <a:spcBef>
                <a:spcPts val="0"/>
              </a:spcBef>
              <a:spcAft>
                <a:spcPts val="0"/>
              </a:spcAft>
              <a:buNone/>
            </a:pPr>
            <a:r>
              <a:rPr b="1" lang="en" sz="2905">
                <a:solidFill>
                  <a:srgbClr val="0C343D"/>
                </a:solidFill>
              </a:rPr>
              <a:t>All Ancestry</a:t>
            </a:r>
            <a:endParaRPr b="1" sz="2905">
              <a:solidFill>
                <a:srgbClr val="0C343D"/>
              </a:solidFill>
            </a:endParaRPr>
          </a:p>
        </p:txBody>
      </p:sp>
      <p:sp>
        <p:nvSpPr>
          <p:cNvPr id="71" name="Google Shape;71;p13"/>
          <p:cNvSpPr/>
          <p:nvPr/>
        </p:nvSpPr>
        <p:spPr>
          <a:xfrm>
            <a:off x="7610312" y="27734495"/>
            <a:ext cx="2026200" cy="950400"/>
          </a:xfrm>
          <a:prstGeom prst="roundRect">
            <a:avLst>
              <a:gd fmla="val 16667" name="adj"/>
            </a:avLst>
          </a:prstGeom>
          <a:solidFill>
            <a:srgbClr val="8CBC3D"/>
          </a:solidFill>
          <a:ln>
            <a:noFill/>
          </a:ln>
        </p:spPr>
        <p:txBody>
          <a:bodyPr anchorCtr="0" anchor="ctr" bIns="71800" lIns="71800" spcFirstLastPara="1" rIns="71800" wrap="square" tIns="71800">
            <a:noAutofit/>
          </a:bodyPr>
          <a:lstStyle/>
          <a:p>
            <a:pPr indent="0" lvl="0" marL="0" rtl="0" algn="ctr">
              <a:spcBef>
                <a:spcPts val="0"/>
              </a:spcBef>
              <a:spcAft>
                <a:spcPts val="0"/>
              </a:spcAft>
              <a:buNone/>
            </a:pPr>
            <a:r>
              <a:rPr b="1" lang="en" sz="2905">
                <a:solidFill>
                  <a:srgbClr val="0C343D"/>
                </a:solidFill>
              </a:rPr>
              <a:t>African Ancestry</a:t>
            </a:r>
            <a:endParaRPr b="1" sz="2905">
              <a:solidFill>
                <a:srgbClr val="0C343D"/>
              </a:solidFill>
            </a:endParaRPr>
          </a:p>
        </p:txBody>
      </p:sp>
      <p:sp>
        <p:nvSpPr>
          <p:cNvPr id="72" name="Google Shape;72;p13"/>
          <p:cNvSpPr/>
          <p:nvPr/>
        </p:nvSpPr>
        <p:spPr>
          <a:xfrm>
            <a:off x="7610312" y="28778175"/>
            <a:ext cx="2026200" cy="950400"/>
          </a:xfrm>
          <a:prstGeom prst="roundRect">
            <a:avLst>
              <a:gd fmla="val 16667" name="adj"/>
            </a:avLst>
          </a:prstGeom>
          <a:solidFill>
            <a:srgbClr val="8CBC3D"/>
          </a:solidFill>
          <a:ln>
            <a:noFill/>
          </a:ln>
        </p:spPr>
        <p:txBody>
          <a:bodyPr anchorCtr="0" anchor="ctr" bIns="71800" lIns="71800" spcFirstLastPara="1" rIns="71800" wrap="square" tIns="71800">
            <a:noAutofit/>
          </a:bodyPr>
          <a:lstStyle/>
          <a:p>
            <a:pPr indent="0" lvl="0" marL="0" rtl="0" algn="ctr">
              <a:spcBef>
                <a:spcPts val="0"/>
              </a:spcBef>
              <a:spcAft>
                <a:spcPts val="0"/>
              </a:spcAft>
              <a:buNone/>
            </a:pPr>
            <a:r>
              <a:rPr b="1" lang="en" sz="2905">
                <a:solidFill>
                  <a:srgbClr val="0C343D"/>
                </a:solidFill>
              </a:rPr>
              <a:t>European Ancestry</a:t>
            </a:r>
            <a:endParaRPr b="1" sz="2905">
              <a:solidFill>
                <a:srgbClr val="0C343D"/>
              </a:solidFill>
            </a:endParaRPr>
          </a:p>
        </p:txBody>
      </p:sp>
      <p:sp>
        <p:nvSpPr>
          <p:cNvPr id="73" name="Google Shape;73;p13"/>
          <p:cNvSpPr/>
          <p:nvPr/>
        </p:nvSpPr>
        <p:spPr>
          <a:xfrm>
            <a:off x="9793040" y="27177728"/>
            <a:ext cx="1763400" cy="412200"/>
          </a:xfrm>
          <a:prstGeom prst="roundRect">
            <a:avLst>
              <a:gd fmla="val 16667" name="adj"/>
            </a:avLst>
          </a:prstGeom>
          <a:solidFill>
            <a:srgbClr val="8CBC3D"/>
          </a:solidFill>
          <a:ln>
            <a:noFill/>
          </a:ln>
        </p:spPr>
        <p:txBody>
          <a:bodyPr anchorCtr="0" anchor="ctr" bIns="71800" lIns="71800" spcFirstLastPara="1" rIns="71800" wrap="square" tIns="71800">
            <a:noAutofit/>
          </a:bodyPr>
          <a:lstStyle/>
          <a:p>
            <a:pPr indent="0" lvl="0" marL="0" rtl="0" algn="ctr">
              <a:spcBef>
                <a:spcPts val="0"/>
              </a:spcBef>
              <a:spcAft>
                <a:spcPts val="0"/>
              </a:spcAft>
              <a:buNone/>
            </a:pPr>
            <a:r>
              <a:rPr b="1" lang="en" sz="2905">
                <a:solidFill>
                  <a:srgbClr val="0C343D"/>
                </a:solidFill>
              </a:rPr>
              <a:t>Controls</a:t>
            </a:r>
            <a:endParaRPr b="1" sz="2905">
              <a:solidFill>
                <a:srgbClr val="0C343D"/>
              </a:solidFill>
            </a:endParaRPr>
          </a:p>
        </p:txBody>
      </p:sp>
      <p:sp>
        <p:nvSpPr>
          <p:cNvPr id="74" name="Google Shape;74;p13"/>
          <p:cNvSpPr/>
          <p:nvPr/>
        </p:nvSpPr>
        <p:spPr>
          <a:xfrm>
            <a:off x="9763543" y="27712798"/>
            <a:ext cx="1763400" cy="412200"/>
          </a:xfrm>
          <a:prstGeom prst="roundRect">
            <a:avLst>
              <a:gd fmla="val 16667" name="adj"/>
            </a:avLst>
          </a:prstGeom>
          <a:solidFill>
            <a:srgbClr val="8CBC3D"/>
          </a:solidFill>
          <a:ln>
            <a:noFill/>
          </a:ln>
        </p:spPr>
        <p:txBody>
          <a:bodyPr anchorCtr="0" anchor="ctr" bIns="71800" lIns="71800" spcFirstLastPara="1" rIns="71800" wrap="square" tIns="71800">
            <a:noAutofit/>
          </a:bodyPr>
          <a:lstStyle/>
          <a:p>
            <a:pPr indent="0" lvl="0" marL="0" rtl="0" algn="ctr">
              <a:spcBef>
                <a:spcPts val="0"/>
              </a:spcBef>
              <a:spcAft>
                <a:spcPts val="0"/>
              </a:spcAft>
              <a:buNone/>
            </a:pPr>
            <a:r>
              <a:rPr b="1" lang="en" sz="2905">
                <a:solidFill>
                  <a:srgbClr val="0C343D"/>
                </a:solidFill>
              </a:rPr>
              <a:t>Cases</a:t>
            </a:r>
            <a:endParaRPr b="1" sz="2905">
              <a:solidFill>
                <a:srgbClr val="0C343D"/>
              </a:solidFill>
            </a:endParaRPr>
          </a:p>
        </p:txBody>
      </p:sp>
      <p:sp>
        <p:nvSpPr>
          <p:cNvPr id="75" name="Google Shape;75;p13"/>
          <p:cNvSpPr/>
          <p:nvPr/>
        </p:nvSpPr>
        <p:spPr>
          <a:xfrm>
            <a:off x="9783208" y="28199711"/>
            <a:ext cx="1763400" cy="412200"/>
          </a:xfrm>
          <a:prstGeom prst="roundRect">
            <a:avLst>
              <a:gd fmla="val 16667" name="adj"/>
            </a:avLst>
          </a:prstGeom>
          <a:solidFill>
            <a:srgbClr val="8CBC3D"/>
          </a:solidFill>
          <a:ln>
            <a:noFill/>
          </a:ln>
        </p:spPr>
        <p:txBody>
          <a:bodyPr anchorCtr="0" anchor="ctr" bIns="71800" lIns="71800" spcFirstLastPara="1" rIns="71800" wrap="square" tIns="71800">
            <a:noAutofit/>
          </a:bodyPr>
          <a:lstStyle/>
          <a:p>
            <a:pPr indent="0" lvl="0" marL="0" rtl="0" algn="ctr">
              <a:spcBef>
                <a:spcPts val="0"/>
              </a:spcBef>
              <a:spcAft>
                <a:spcPts val="0"/>
              </a:spcAft>
              <a:buNone/>
            </a:pPr>
            <a:r>
              <a:rPr b="1" lang="en" sz="2905">
                <a:solidFill>
                  <a:srgbClr val="0C343D"/>
                </a:solidFill>
              </a:rPr>
              <a:t>Controls</a:t>
            </a:r>
            <a:endParaRPr b="1" sz="2905">
              <a:solidFill>
                <a:srgbClr val="0C343D"/>
              </a:solidFill>
            </a:endParaRPr>
          </a:p>
        </p:txBody>
      </p:sp>
      <p:sp>
        <p:nvSpPr>
          <p:cNvPr id="76" name="Google Shape;76;p13"/>
          <p:cNvSpPr/>
          <p:nvPr/>
        </p:nvSpPr>
        <p:spPr>
          <a:xfrm>
            <a:off x="9753711" y="28803793"/>
            <a:ext cx="1763400" cy="412200"/>
          </a:xfrm>
          <a:prstGeom prst="roundRect">
            <a:avLst>
              <a:gd fmla="val 16667" name="adj"/>
            </a:avLst>
          </a:prstGeom>
          <a:solidFill>
            <a:srgbClr val="8CBC3D"/>
          </a:solidFill>
          <a:ln>
            <a:noFill/>
          </a:ln>
        </p:spPr>
        <p:txBody>
          <a:bodyPr anchorCtr="0" anchor="ctr" bIns="71800" lIns="71800" spcFirstLastPara="1" rIns="71800" wrap="square" tIns="71800">
            <a:noAutofit/>
          </a:bodyPr>
          <a:lstStyle/>
          <a:p>
            <a:pPr indent="0" lvl="0" marL="0" rtl="0" algn="ctr">
              <a:spcBef>
                <a:spcPts val="0"/>
              </a:spcBef>
              <a:spcAft>
                <a:spcPts val="0"/>
              </a:spcAft>
              <a:buNone/>
            </a:pPr>
            <a:r>
              <a:rPr b="1" lang="en" sz="2905">
                <a:solidFill>
                  <a:srgbClr val="0C343D"/>
                </a:solidFill>
              </a:rPr>
              <a:t>Cases</a:t>
            </a:r>
            <a:endParaRPr b="1" sz="2905">
              <a:solidFill>
                <a:srgbClr val="0C343D"/>
              </a:solidFill>
            </a:endParaRPr>
          </a:p>
        </p:txBody>
      </p:sp>
      <p:sp>
        <p:nvSpPr>
          <p:cNvPr id="77" name="Google Shape;77;p13"/>
          <p:cNvSpPr/>
          <p:nvPr/>
        </p:nvSpPr>
        <p:spPr>
          <a:xfrm>
            <a:off x="9773376" y="29290706"/>
            <a:ext cx="1763400" cy="412200"/>
          </a:xfrm>
          <a:prstGeom prst="roundRect">
            <a:avLst>
              <a:gd fmla="val 16667" name="adj"/>
            </a:avLst>
          </a:prstGeom>
          <a:solidFill>
            <a:srgbClr val="8CBC3D"/>
          </a:solidFill>
          <a:ln>
            <a:noFill/>
          </a:ln>
        </p:spPr>
        <p:txBody>
          <a:bodyPr anchorCtr="0" anchor="ctr" bIns="71800" lIns="71800" spcFirstLastPara="1" rIns="71800" wrap="square" tIns="71800">
            <a:noAutofit/>
          </a:bodyPr>
          <a:lstStyle/>
          <a:p>
            <a:pPr indent="0" lvl="0" marL="0" rtl="0" algn="ctr">
              <a:spcBef>
                <a:spcPts val="0"/>
              </a:spcBef>
              <a:spcAft>
                <a:spcPts val="0"/>
              </a:spcAft>
              <a:buNone/>
            </a:pPr>
            <a:r>
              <a:rPr b="1" lang="en" sz="2905">
                <a:solidFill>
                  <a:srgbClr val="0C343D"/>
                </a:solidFill>
              </a:rPr>
              <a:t>Controls</a:t>
            </a:r>
            <a:endParaRPr b="1" sz="2905">
              <a:solidFill>
                <a:srgbClr val="0C343D"/>
              </a:solidFill>
            </a:endParaRPr>
          </a:p>
        </p:txBody>
      </p:sp>
      <p:sp>
        <p:nvSpPr>
          <p:cNvPr id="78" name="Google Shape;78;p13"/>
          <p:cNvSpPr/>
          <p:nvPr/>
        </p:nvSpPr>
        <p:spPr>
          <a:xfrm>
            <a:off x="11107350" y="22250400"/>
            <a:ext cx="1447200" cy="7992600"/>
          </a:xfrm>
          <a:prstGeom prst="rightBrace">
            <a:avLst>
              <a:gd fmla="val 50000" name="adj1"/>
              <a:gd fmla="val 19016" name="adj2"/>
            </a:avLst>
          </a:prstGeom>
          <a:noFill/>
          <a:ln cap="flat" cmpd="sng" w="146875">
            <a:solidFill>
              <a:srgbClr val="CD0568"/>
            </a:solidFill>
            <a:prstDash val="solid"/>
            <a:round/>
            <a:headEnd len="sm" w="sm" type="none"/>
            <a:tailEnd len="sm" w="sm" type="none"/>
          </a:ln>
        </p:spPr>
        <p:txBody>
          <a:bodyPr anchorCtr="0" anchor="ctr" bIns="88100" lIns="88100" spcFirstLastPara="1" rIns="88100" wrap="square" tIns="88100">
            <a:noAutofit/>
          </a:bodyPr>
          <a:lstStyle/>
          <a:p>
            <a:pPr indent="0" lvl="0" marL="0" rtl="0" algn="ctr">
              <a:spcBef>
                <a:spcPts val="0"/>
              </a:spcBef>
              <a:spcAft>
                <a:spcPts val="0"/>
              </a:spcAft>
              <a:buNone/>
            </a:pPr>
            <a:r>
              <a:t/>
            </a:r>
            <a:endParaRPr sz="1349"/>
          </a:p>
        </p:txBody>
      </p:sp>
      <p:pic>
        <p:nvPicPr>
          <p:cNvPr id="79" name="Google Shape;79;p13" title="halllogo1_thin.png"/>
          <p:cNvPicPr preferRelativeResize="0"/>
          <p:nvPr/>
        </p:nvPicPr>
        <p:blipFill rotWithShape="1">
          <a:blip r:embed="rId4">
            <a:alphaModFix/>
          </a:blip>
          <a:srcRect b="24710" l="0" r="0" t="0"/>
          <a:stretch/>
        </p:blipFill>
        <p:spPr>
          <a:xfrm>
            <a:off x="8191050" y="1135124"/>
            <a:ext cx="3810202" cy="2413527"/>
          </a:xfrm>
          <a:prstGeom prst="rect">
            <a:avLst/>
          </a:prstGeom>
          <a:noFill/>
          <a:ln>
            <a:noFill/>
          </a:ln>
        </p:spPr>
      </p:pic>
      <p:pic>
        <p:nvPicPr>
          <p:cNvPr id="80" name="Google Shape;80;p13" title="Penn RTA Penn PSOM Logo.jpg"/>
          <p:cNvPicPr preferRelativeResize="0"/>
          <p:nvPr/>
        </p:nvPicPr>
        <p:blipFill>
          <a:blip r:embed="rId5">
            <a:alphaModFix/>
          </a:blip>
          <a:stretch>
            <a:fillRect/>
          </a:stretch>
        </p:blipFill>
        <p:spPr>
          <a:xfrm>
            <a:off x="3470875" y="1135125"/>
            <a:ext cx="3430500" cy="1654927"/>
          </a:xfrm>
          <a:prstGeom prst="rect">
            <a:avLst/>
          </a:prstGeom>
          <a:solidFill>
            <a:srgbClr val="FFFFFF"/>
          </a:solidFill>
          <a:ln>
            <a:noFill/>
          </a:ln>
        </p:spPr>
      </p:pic>
      <p:pic>
        <p:nvPicPr>
          <p:cNvPr id="81" name="Google Shape;81;p13" title="perelmanmedicine-logo-blue.png"/>
          <p:cNvPicPr preferRelativeResize="0"/>
          <p:nvPr/>
        </p:nvPicPr>
        <p:blipFill>
          <a:blip r:embed="rId6">
            <a:alphaModFix/>
          </a:blip>
          <a:stretch>
            <a:fillRect/>
          </a:stretch>
        </p:blipFill>
        <p:spPr>
          <a:xfrm>
            <a:off x="33256775" y="1512275"/>
            <a:ext cx="6926945" cy="1873800"/>
          </a:xfrm>
          <a:prstGeom prst="rect">
            <a:avLst/>
          </a:prstGeom>
          <a:noFill/>
          <a:ln>
            <a:noFill/>
          </a:ln>
        </p:spPr>
      </p:pic>
      <p:sp>
        <p:nvSpPr>
          <p:cNvPr id="82" name="Google Shape;82;p13"/>
          <p:cNvSpPr txBox="1"/>
          <p:nvPr/>
        </p:nvSpPr>
        <p:spPr>
          <a:xfrm>
            <a:off x="16684950" y="25470225"/>
            <a:ext cx="11126400" cy="4911600"/>
          </a:xfrm>
          <a:prstGeom prst="rect">
            <a:avLst/>
          </a:prstGeom>
          <a:noFill/>
          <a:ln>
            <a:noFill/>
          </a:ln>
        </p:spPr>
        <p:txBody>
          <a:bodyPr anchorCtr="0" anchor="t" bIns="91425" lIns="91425" spcFirstLastPara="1" rIns="91425" wrap="square" tIns="91425">
            <a:noAutofit/>
          </a:bodyPr>
          <a:lstStyle/>
          <a:p>
            <a:pPr indent="-400050" lvl="0" marL="457200" rtl="0" algn="l">
              <a:spcBef>
                <a:spcPts val="0"/>
              </a:spcBef>
              <a:spcAft>
                <a:spcPts val="0"/>
              </a:spcAft>
              <a:buSzPts val="2700"/>
              <a:buChar char="●"/>
            </a:pPr>
            <a:r>
              <a:rPr lang="en" sz="2700"/>
              <a:t>ZNF175 did</a:t>
            </a:r>
            <a:r>
              <a:rPr b="1" lang="en" sz="2700"/>
              <a:t> NOT </a:t>
            </a:r>
            <a:r>
              <a:rPr lang="en" sz="2700"/>
              <a:t>meet genome-wide single-variant threshold (5e-8) in this ExWAS</a:t>
            </a:r>
            <a:r>
              <a:rPr lang="en" sz="2700"/>
              <a:t> for hearing loss.</a:t>
            </a:r>
            <a:endParaRPr sz="2700"/>
          </a:p>
          <a:p>
            <a:pPr indent="-400050" lvl="1" marL="914400" rtl="0" algn="l">
              <a:spcBef>
                <a:spcPts val="0"/>
              </a:spcBef>
              <a:spcAft>
                <a:spcPts val="0"/>
              </a:spcAft>
              <a:buSzPts val="2700"/>
              <a:buChar char="○"/>
            </a:pPr>
            <a:r>
              <a:rPr lang="en" sz="2700"/>
              <a:t>However, the top hits </a:t>
            </a:r>
            <a:r>
              <a:rPr lang="en" sz="2700"/>
              <a:t>were heavily</a:t>
            </a:r>
            <a:r>
              <a:rPr lang="en" sz="2700"/>
              <a:t> concentrated in zinc-finger protein genes and transcriptional regulators (ZFPM1)</a:t>
            </a:r>
            <a:endParaRPr sz="2700"/>
          </a:p>
          <a:p>
            <a:pPr indent="-400050" lvl="1" marL="914400" rtl="0" algn="l">
              <a:spcBef>
                <a:spcPts val="0"/>
              </a:spcBef>
              <a:spcAft>
                <a:spcPts val="0"/>
              </a:spcAft>
              <a:buSzPts val="2700"/>
              <a:buChar char="○"/>
            </a:pPr>
            <a:r>
              <a:rPr lang="en" sz="2700">
                <a:latin typeface="Roboto"/>
                <a:ea typeface="Roboto"/>
                <a:cs typeface="Roboto"/>
                <a:sym typeface="Roboto"/>
              </a:rPr>
              <a:t>These findings suggest that zinc-finger proteins and transcriptional regulation may warrant further investigation in adult-onset hearing loss.</a:t>
            </a:r>
            <a:r>
              <a:rPr lang="en" sz="2700"/>
              <a:t> </a:t>
            </a:r>
            <a:endParaRPr sz="2700"/>
          </a:p>
          <a:p>
            <a:pPr indent="-400050" lvl="0" marL="457200" rtl="0" algn="l">
              <a:spcBef>
                <a:spcPts val="0"/>
              </a:spcBef>
              <a:spcAft>
                <a:spcPts val="0"/>
              </a:spcAft>
              <a:buSzPts val="2700"/>
              <a:buChar char="●"/>
            </a:pPr>
            <a:r>
              <a:rPr lang="en" sz="2700"/>
              <a:t>The majority of significant variants mapped to intronic regions or were computationally classified as benign </a:t>
            </a:r>
            <a:r>
              <a:rPr lang="en" sz="2700"/>
              <a:t>by Ensembl VEP.</a:t>
            </a:r>
            <a:endParaRPr sz="2700"/>
          </a:p>
          <a:p>
            <a:pPr indent="-400050" lvl="0" marL="457200" rtl="0" algn="l">
              <a:spcBef>
                <a:spcPts val="0"/>
              </a:spcBef>
              <a:spcAft>
                <a:spcPts val="0"/>
              </a:spcAft>
              <a:buSzPts val="2700"/>
              <a:buChar char="●"/>
            </a:pPr>
            <a:r>
              <a:rPr lang="en" sz="2700"/>
              <a:t>Genomic inflation factors indicated adequate statistical calibration and minimal evidence of systematic inflation.</a:t>
            </a:r>
            <a:endParaRPr sz="2700"/>
          </a:p>
        </p:txBody>
      </p:sp>
      <p:sp>
        <p:nvSpPr>
          <p:cNvPr id="83" name="Google Shape;83;p13"/>
          <p:cNvSpPr/>
          <p:nvPr/>
        </p:nvSpPr>
        <p:spPr>
          <a:xfrm>
            <a:off x="2501175" y="16454213"/>
            <a:ext cx="13627800" cy="722100"/>
          </a:xfrm>
          <a:prstGeom prst="round2SameRect">
            <a:avLst>
              <a:gd fmla="val 50000" name="adj1"/>
              <a:gd fmla="val 0" name="adj2"/>
            </a:avLst>
          </a:prstGeom>
          <a:solidFill>
            <a:srgbClr val="F1C232"/>
          </a:solidFill>
          <a:ln>
            <a:noFill/>
          </a:ln>
        </p:spPr>
        <p:txBody>
          <a:bodyPr anchorCtr="0" anchor="ctr" bIns="83425" lIns="83425" spcFirstLastPara="1" rIns="83425" wrap="square" tIns="83425">
            <a:noAutofit/>
          </a:bodyPr>
          <a:lstStyle/>
          <a:p>
            <a:pPr indent="0" lvl="0" marL="0" rtl="0" algn="ctr">
              <a:spcBef>
                <a:spcPts val="0"/>
              </a:spcBef>
              <a:spcAft>
                <a:spcPts val="0"/>
              </a:spcAft>
              <a:buNone/>
            </a:pPr>
            <a:r>
              <a:rPr b="1" lang="en" sz="5750">
                <a:solidFill>
                  <a:srgbClr val="741B47"/>
                </a:solidFill>
                <a:latin typeface="Raleway"/>
                <a:ea typeface="Raleway"/>
                <a:cs typeface="Raleway"/>
                <a:sym typeface="Raleway"/>
              </a:rPr>
              <a:t>Methods &amp; Statistical Analysis</a:t>
            </a:r>
            <a:endParaRPr b="1" sz="5750">
              <a:solidFill>
                <a:srgbClr val="741B47"/>
              </a:solidFill>
              <a:latin typeface="Raleway"/>
              <a:ea typeface="Raleway"/>
              <a:cs typeface="Raleway"/>
              <a:sym typeface="Raleway"/>
            </a:endParaRPr>
          </a:p>
        </p:txBody>
      </p:sp>
      <p:pic>
        <p:nvPicPr>
          <p:cNvPr id="84" name="Google Shape;84;p13" title="Manhattan_EUR_Full_1line.png"/>
          <p:cNvPicPr preferRelativeResize="0"/>
          <p:nvPr/>
        </p:nvPicPr>
        <p:blipFill rotWithShape="1">
          <a:blip r:embed="rId7">
            <a:alphaModFix/>
          </a:blip>
          <a:srcRect b="0" l="0" r="0" t="0"/>
          <a:stretch/>
        </p:blipFill>
        <p:spPr>
          <a:xfrm>
            <a:off x="16570828" y="15745813"/>
            <a:ext cx="11430000" cy="5715000"/>
          </a:xfrm>
          <a:prstGeom prst="rect">
            <a:avLst/>
          </a:prstGeom>
          <a:noFill/>
          <a:ln>
            <a:noFill/>
          </a:ln>
        </p:spPr>
      </p:pic>
      <p:pic>
        <p:nvPicPr>
          <p:cNvPr id="85" name="Google Shape;85;p13" title="Manhattan_combined_Full_1line.png"/>
          <p:cNvPicPr preferRelativeResize="0"/>
          <p:nvPr/>
        </p:nvPicPr>
        <p:blipFill rotWithShape="1">
          <a:blip r:embed="rId8">
            <a:alphaModFix/>
          </a:blip>
          <a:srcRect b="0" l="0" r="0" t="0"/>
          <a:stretch/>
        </p:blipFill>
        <p:spPr>
          <a:xfrm>
            <a:off x="16430311" y="4346625"/>
            <a:ext cx="11430000" cy="5715000"/>
          </a:xfrm>
          <a:prstGeom prst="rect">
            <a:avLst/>
          </a:prstGeom>
          <a:noFill/>
          <a:ln>
            <a:noFill/>
          </a:ln>
        </p:spPr>
      </p:pic>
      <p:pic>
        <p:nvPicPr>
          <p:cNvPr id="86" name="Google Shape;86;p13" title="Manhattan_AFR_Full_1line.png"/>
          <p:cNvPicPr preferRelativeResize="0"/>
          <p:nvPr/>
        </p:nvPicPr>
        <p:blipFill rotWithShape="1">
          <a:blip r:embed="rId9">
            <a:alphaModFix/>
          </a:blip>
          <a:srcRect b="0" l="0" r="0" t="0"/>
          <a:stretch/>
        </p:blipFill>
        <p:spPr>
          <a:xfrm>
            <a:off x="16570815" y="9985450"/>
            <a:ext cx="11430000" cy="5715000"/>
          </a:xfrm>
          <a:prstGeom prst="rect">
            <a:avLst/>
          </a:prstGeom>
          <a:noFill/>
          <a:ln>
            <a:noFill/>
          </a:ln>
        </p:spPr>
      </p:pic>
      <p:pic>
        <p:nvPicPr>
          <p:cNvPr id="87" name="Google Shape;87;p13" title="QQ_EUR_MAC10.png"/>
          <p:cNvPicPr preferRelativeResize="0"/>
          <p:nvPr/>
        </p:nvPicPr>
        <p:blipFill>
          <a:blip r:embed="rId10">
            <a:alphaModFix/>
          </a:blip>
          <a:stretch>
            <a:fillRect/>
          </a:stretch>
        </p:blipFill>
        <p:spPr>
          <a:xfrm>
            <a:off x="27811401" y="15745824"/>
            <a:ext cx="5081325" cy="5081325"/>
          </a:xfrm>
          <a:prstGeom prst="rect">
            <a:avLst/>
          </a:prstGeom>
          <a:noFill/>
          <a:ln>
            <a:noFill/>
          </a:ln>
        </p:spPr>
      </p:pic>
      <p:pic>
        <p:nvPicPr>
          <p:cNvPr id="88" name="Google Shape;88;p13" title="QQ_combined_MAC10.png"/>
          <p:cNvPicPr preferRelativeResize="0"/>
          <p:nvPr/>
        </p:nvPicPr>
        <p:blipFill>
          <a:blip r:embed="rId11">
            <a:alphaModFix/>
          </a:blip>
          <a:stretch>
            <a:fillRect/>
          </a:stretch>
        </p:blipFill>
        <p:spPr>
          <a:xfrm>
            <a:off x="27822278" y="4422850"/>
            <a:ext cx="5081325" cy="5081325"/>
          </a:xfrm>
          <a:prstGeom prst="rect">
            <a:avLst/>
          </a:prstGeom>
          <a:noFill/>
          <a:ln>
            <a:noFill/>
          </a:ln>
        </p:spPr>
      </p:pic>
      <p:pic>
        <p:nvPicPr>
          <p:cNvPr id="89" name="Google Shape;89;p13" title="QQ_AFR_MAC10.png"/>
          <p:cNvPicPr preferRelativeResize="0"/>
          <p:nvPr/>
        </p:nvPicPr>
        <p:blipFill>
          <a:blip r:embed="rId12">
            <a:alphaModFix/>
          </a:blip>
          <a:stretch>
            <a:fillRect/>
          </a:stretch>
        </p:blipFill>
        <p:spPr>
          <a:xfrm>
            <a:off x="27872753" y="10006275"/>
            <a:ext cx="5081325" cy="5081325"/>
          </a:xfrm>
          <a:prstGeom prst="rect">
            <a:avLst/>
          </a:prstGeom>
          <a:noFill/>
          <a:ln>
            <a:noFill/>
          </a:ln>
        </p:spPr>
      </p:pic>
      <p:sp>
        <p:nvSpPr>
          <p:cNvPr id="90" name="Google Shape;90;p13"/>
          <p:cNvSpPr/>
          <p:nvPr/>
        </p:nvSpPr>
        <p:spPr>
          <a:xfrm>
            <a:off x="25153853" y="11026775"/>
            <a:ext cx="2343300" cy="238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3"/>
          <p:cNvSpPr/>
          <p:nvPr/>
        </p:nvSpPr>
        <p:spPr>
          <a:xfrm>
            <a:off x="25146000" y="11331575"/>
            <a:ext cx="2343300" cy="238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3"/>
          <p:cNvSpPr/>
          <p:nvPr/>
        </p:nvSpPr>
        <p:spPr>
          <a:xfrm>
            <a:off x="25780500" y="16736625"/>
            <a:ext cx="1708800" cy="52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93" name="Google Shape;93;p13"/>
          <p:cNvGraphicFramePr/>
          <p:nvPr/>
        </p:nvGraphicFramePr>
        <p:xfrm>
          <a:off x="32966528" y="5671125"/>
          <a:ext cx="3000000" cy="3000000"/>
        </p:xfrm>
        <a:graphic>
          <a:graphicData uri="http://schemas.openxmlformats.org/drawingml/2006/table">
            <a:tbl>
              <a:tblPr>
                <a:noFill/>
                <a:tableStyleId>{C8605F46-0B7D-4AC8-9FB9-0B42A5FE5D23}</a:tableStyleId>
              </a:tblPr>
              <a:tblGrid>
                <a:gridCol w="1902400"/>
                <a:gridCol w="2152700"/>
                <a:gridCol w="2286675"/>
                <a:gridCol w="2286675"/>
              </a:tblGrid>
              <a:tr h="1139150">
                <a:tc gridSpan="4">
                  <a:txBody>
                    <a:bodyPr/>
                    <a:lstStyle/>
                    <a:p>
                      <a:pPr indent="0" lvl="0" marL="0" rtl="0" algn="ctr">
                        <a:spcBef>
                          <a:spcPts val="0"/>
                        </a:spcBef>
                        <a:spcAft>
                          <a:spcPts val="0"/>
                        </a:spcAft>
                        <a:buNone/>
                      </a:pPr>
                      <a:r>
                        <a:rPr b="1" lang="en" sz="3900">
                          <a:latin typeface="Raleway"/>
                          <a:ea typeface="Raleway"/>
                          <a:cs typeface="Raleway"/>
                          <a:sym typeface="Raleway"/>
                        </a:rPr>
                        <a:t>Genome Wide Significant Results</a:t>
                      </a:r>
                      <a:endParaRPr b="1" sz="3900">
                        <a:latin typeface="Raleway"/>
                        <a:ea typeface="Raleway"/>
                        <a:cs typeface="Raleway"/>
                        <a:sym typeface="Raleway"/>
                      </a:endParaRPr>
                    </a:p>
                    <a:p>
                      <a:pPr indent="0" lvl="0" marL="0" rtl="0" algn="l">
                        <a:spcBef>
                          <a:spcPts val="0"/>
                        </a:spcBef>
                        <a:spcAft>
                          <a:spcPts val="0"/>
                        </a:spcAft>
                        <a:buNone/>
                      </a:pPr>
                      <a:r>
                        <a:rPr b="1" lang="en" sz="2700">
                          <a:latin typeface="Raleway"/>
                          <a:ea typeface="Raleway"/>
                          <a:cs typeface="Raleway"/>
                          <a:sym typeface="Raleway"/>
                        </a:rPr>
                        <a:t>Total: 6</a:t>
                      </a:r>
                      <a:endParaRPr b="1" sz="2700">
                        <a:latin typeface="Raleway"/>
                        <a:ea typeface="Raleway"/>
                        <a:cs typeface="Raleway"/>
                        <a:sym typeface="Raleway"/>
                      </a:endParaRPr>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c hMerge="1"/>
                <a:tc hMerge="1"/>
                <a:tc hMerge="1"/>
              </a:tr>
              <a:tr h="1077975">
                <a:tc>
                  <a:txBody>
                    <a:bodyPr/>
                    <a:lstStyle/>
                    <a:p>
                      <a:pPr indent="0" lvl="0" marL="0" rtl="0" algn="l">
                        <a:spcBef>
                          <a:spcPts val="0"/>
                        </a:spcBef>
                        <a:spcAft>
                          <a:spcPts val="0"/>
                        </a:spcAft>
                        <a:buNone/>
                      </a:pPr>
                      <a:r>
                        <a:rPr b="1" lang="en" sz="2700"/>
                        <a:t>Gene</a:t>
                      </a:r>
                      <a:endParaRPr b="1"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b="1" lang="en" sz="2700"/>
                        <a:t>Variant</a:t>
                      </a:r>
                      <a:endParaRPr b="1"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b="1" lang="en" sz="2700"/>
                        <a:t>Cohort</a:t>
                      </a:r>
                      <a:endParaRPr b="1"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b="1" lang="en" sz="2700"/>
                        <a:t>P-Value</a:t>
                      </a:r>
                      <a:endParaRPr b="1"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r>
              <a:tr h="1054000">
                <a:tc>
                  <a:txBody>
                    <a:bodyPr/>
                    <a:lstStyle/>
                    <a:p>
                      <a:pPr indent="0" lvl="0" marL="0" rtl="0" algn="l">
                        <a:spcBef>
                          <a:spcPts val="0"/>
                        </a:spcBef>
                        <a:spcAft>
                          <a:spcPts val="0"/>
                        </a:spcAft>
                        <a:buNone/>
                      </a:pPr>
                      <a:r>
                        <a:rPr lang="en" sz="2700"/>
                        <a:t>KNL1</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sz="2300"/>
                        <a:t>chr15:40611486:A:G</a:t>
                      </a:r>
                      <a:endParaRPr sz="23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sz="2600"/>
                        <a:t>Combined</a:t>
                      </a:r>
                      <a:endParaRPr sz="26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sz="2700"/>
                        <a:t>3.51e-12</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4CCCC"/>
                    </a:solidFill>
                  </a:tcPr>
                </a:tc>
              </a:tr>
              <a:tr h="1054000">
                <a:tc>
                  <a:txBody>
                    <a:bodyPr/>
                    <a:lstStyle/>
                    <a:p>
                      <a:pPr indent="0" lvl="0" marL="0" rtl="0" algn="l">
                        <a:spcBef>
                          <a:spcPts val="0"/>
                        </a:spcBef>
                        <a:spcAft>
                          <a:spcPts val="0"/>
                        </a:spcAft>
                        <a:buNone/>
                      </a:pPr>
                      <a:r>
                        <a:rPr lang="en" sz="2700"/>
                        <a:t>KNL1</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sz="2300"/>
                        <a:t>chr15:40611486:A:G</a:t>
                      </a:r>
                      <a:endParaRPr sz="23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sz="2600"/>
                        <a:t>EUR</a:t>
                      </a:r>
                      <a:endParaRPr sz="26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sz="2700"/>
                        <a:t>7.21e-12</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4CCCC"/>
                    </a:solidFill>
                  </a:tcPr>
                </a:tc>
              </a:tr>
              <a:tr h="1054000">
                <a:tc>
                  <a:txBody>
                    <a:bodyPr/>
                    <a:lstStyle/>
                    <a:p>
                      <a:pPr indent="0" lvl="0" marL="0" rtl="0" algn="l">
                        <a:spcBef>
                          <a:spcPts val="0"/>
                        </a:spcBef>
                        <a:spcAft>
                          <a:spcPts val="0"/>
                        </a:spcAft>
                        <a:buNone/>
                      </a:pPr>
                      <a:r>
                        <a:rPr lang="en" sz="2700"/>
                        <a:t>ZFPM1</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sz="2300"/>
                        <a:t>chr16:88533289:A:C</a:t>
                      </a:r>
                      <a:endParaRPr sz="23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sz="2600"/>
                        <a:t>EUR</a:t>
                      </a:r>
                      <a:endParaRPr sz="26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sz="2700"/>
                        <a:t>2.46e-10</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FF2CC"/>
                    </a:solidFill>
                  </a:tcPr>
                </a:tc>
              </a:tr>
              <a:tr h="1054000">
                <a:tc>
                  <a:txBody>
                    <a:bodyPr/>
                    <a:lstStyle/>
                    <a:p>
                      <a:pPr indent="0" lvl="0" marL="0" rtl="0" algn="l">
                        <a:spcBef>
                          <a:spcPts val="0"/>
                        </a:spcBef>
                        <a:spcAft>
                          <a:spcPts val="0"/>
                        </a:spcAft>
                        <a:buClr>
                          <a:schemeClr val="dk1"/>
                        </a:buClr>
                        <a:buSzPts val="1100"/>
                        <a:buFont typeface="Arial"/>
                        <a:buNone/>
                      </a:pPr>
                      <a:r>
                        <a:rPr lang="en" sz="2700">
                          <a:solidFill>
                            <a:schemeClr val="dk1"/>
                          </a:solidFill>
                        </a:rPr>
                        <a:t>ZFPM1</a:t>
                      </a:r>
                      <a:endParaRPr sz="2700">
                        <a:solidFill>
                          <a:schemeClr val="dk1"/>
                        </a:solidFill>
                      </a:endParaRPr>
                    </a:p>
                    <a:p>
                      <a:pPr indent="0" lvl="0" marL="0" rtl="0" algn="l">
                        <a:spcBef>
                          <a:spcPts val="0"/>
                        </a:spcBef>
                        <a:spcAft>
                          <a:spcPts val="0"/>
                        </a:spcAft>
                        <a:buNone/>
                      </a:pPr>
                      <a:r>
                        <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sz="2300">
                          <a:solidFill>
                            <a:schemeClr val="dk1"/>
                          </a:solidFill>
                        </a:rPr>
                        <a:t>chr16:88533290:G:C</a:t>
                      </a:r>
                      <a:endParaRPr sz="2300">
                        <a:solidFill>
                          <a:schemeClr val="dk1"/>
                        </a:solidFill>
                      </a:endParaRPr>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sz="2600"/>
                        <a:t>EUR</a:t>
                      </a:r>
                      <a:endParaRPr sz="26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sz="2700"/>
                        <a:t>2.52e-10</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EDDEFD"/>
                    </a:solidFill>
                  </a:tcPr>
                </a:tc>
              </a:tr>
              <a:tr h="1054000">
                <a:tc>
                  <a:txBody>
                    <a:bodyPr/>
                    <a:lstStyle/>
                    <a:p>
                      <a:pPr indent="0" lvl="0" marL="0" rtl="0" algn="l">
                        <a:spcBef>
                          <a:spcPts val="0"/>
                        </a:spcBef>
                        <a:spcAft>
                          <a:spcPts val="0"/>
                        </a:spcAft>
                        <a:buClr>
                          <a:schemeClr val="dk1"/>
                        </a:buClr>
                        <a:buSzPts val="1100"/>
                        <a:buFont typeface="Arial"/>
                        <a:buNone/>
                      </a:pPr>
                      <a:r>
                        <a:rPr lang="en" sz="2700">
                          <a:solidFill>
                            <a:schemeClr val="dk1"/>
                          </a:solidFill>
                        </a:rPr>
                        <a:t>ZFPM1</a:t>
                      </a:r>
                      <a:endParaRPr sz="2700">
                        <a:solidFill>
                          <a:schemeClr val="dk1"/>
                        </a:solidFill>
                      </a:endParaRPr>
                    </a:p>
                    <a:p>
                      <a:pPr indent="0" lvl="0" marL="0" rtl="0" algn="l">
                        <a:spcBef>
                          <a:spcPts val="0"/>
                        </a:spcBef>
                        <a:spcAft>
                          <a:spcPts val="0"/>
                        </a:spcAft>
                        <a:buNone/>
                      </a:pPr>
                      <a:r>
                        <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sz="2300">
                          <a:solidFill>
                            <a:schemeClr val="dk1"/>
                          </a:solidFill>
                        </a:rPr>
                        <a:t>chr16:88533290:G:C</a:t>
                      </a:r>
                      <a:endParaRPr sz="2300">
                        <a:solidFill>
                          <a:schemeClr val="dk1"/>
                        </a:solidFill>
                      </a:endParaRPr>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sz="2600"/>
                        <a:t>Combined</a:t>
                      </a:r>
                      <a:endParaRPr sz="26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sz="2700"/>
                        <a:t>4.54e-9</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EDDEFD"/>
                    </a:solidFill>
                  </a:tcPr>
                </a:tc>
              </a:tr>
              <a:tr h="1054000">
                <a:tc>
                  <a:txBody>
                    <a:bodyPr/>
                    <a:lstStyle/>
                    <a:p>
                      <a:pPr indent="0" lvl="0" marL="0" rtl="0" algn="l">
                        <a:spcBef>
                          <a:spcPts val="0"/>
                        </a:spcBef>
                        <a:spcAft>
                          <a:spcPts val="0"/>
                        </a:spcAft>
                        <a:buClr>
                          <a:schemeClr val="dk1"/>
                        </a:buClr>
                        <a:buSzPts val="1100"/>
                        <a:buFont typeface="Arial"/>
                        <a:buNone/>
                      </a:pPr>
                      <a:r>
                        <a:rPr lang="en" sz="2700">
                          <a:solidFill>
                            <a:schemeClr val="dk1"/>
                          </a:solidFill>
                        </a:rPr>
                        <a:t>ZFPM1</a:t>
                      </a:r>
                      <a:endParaRPr sz="2700">
                        <a:solidFill>
                          <a:schemeClr val="dk1"/>
                        </a:solidFill>
                      </a:endParaRPr>
                    </a:p>
                    <a:p>
                      <a:pPr indent="0" lvl="0" marL="0" rtl="0" algn="l">
                        <a:spcBef>
                          <a:spcPts val="0"/>
                        </a:spcBef>
                        <a:spcAft>
                          <a:spcPts val="0"/>
                        </a:spcAft>
                        <a:buNone/>
                      </a:pPr>
                      <a:r>
                        <a:t/>
                      </a:r>
                      <a:endParaRPr sz="2700">
                        <a:solidFill>
                          <a:schemeClr val="dk1"/>
                        </a:solidFill>
                      </a:endParaRPr>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sz="2300">
                          <a:solidFill>
                            <a:schemeClr val="dk1"/>
                          </a:solidFill>
                        </a:rPr>
                        <a:t>chr16:88533289:A:C</a:t>
                      </a:r>
                      <a:endParaRPr sz="2300">
                        <a:solidFill>
                          <a:schemeClr val="dk1"/>
                        </a:solidFill>
                      </a:endParaRPr>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FF2CC"/>
                    </a:solidFill>
                  </a:tcPr>
                </a:tc>
                <a:tc>
                  <a:txBody>
                    <a:bodyPr/>
                    <a:lstStyle/>
                    <a:p>
                      <a:pPr indent="0" lvl="0" marL="0" rtl="0" algn="l">
                        <a:spcBef>
                          <a:spcPts val="0"/>
                        </a:spcBef>
                        <a:spcAft>
                          <a:spcPts val="0"/>
                        </a:spcAft>
                        <a:buClr>
                          <a:schemeClr val="dk1"/>
                        </a:buClr>
                        <a:buSzPts val="1100"/>
                        <a:buFont typeface="Arial"/>
                        <a:buNone/>
                      </a:pPr>
                      <a:r>
                        <a:rPr lang="en" sz="2600">
                          <a:solidFill>
                            <a:schemeClr val="dk1"/>
                          </a:solidFill>
                        </a:rPr>
                        <a:t>Combined</a:t>
                      </a:r>
                      <a:endParaRPr sz="2600">
                        <a:solidFill>
                          <a:schemeClr val="dk1"/>
                        </a:solidFill>
                      </a:endParaRPr>
                    </a:p>
                    <a:p>
                      <a:pPr indent="0" lvl="0" marL="0" rtl="0" algn="l">
                        <a:spcBef>
                          <a:spcPts val="0"/>
                        </a:spcBef>
                        <a:spcAft>
                          <a:spcPts val="0"/>
                        </a:spcAft>
                        <a:buNone/>
                      </a:pPr>
                      <a:r>
                        <a:t/>
                      </a:r>
                      <a:endParaRPr sz="26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sz="2700"/>
                        <a:t>6.18e-9</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FF2CC"/>
                    </a:solidFill>
                  </a:tcPr>
                </a:tc>
              </a:tr>
            </a:tbl>
          </a:graphicData>
        </a:graphic>
      </p:graphicFrame>
      <p:sp>
        <p:nvSpPr>
          <p:cNvPr id="94" name="Google Shape;94;p13"/>
          <p:cNvSpPr/>
          <p:nvPr/>
        </p:nvSpPr>
        <p:spPr>
          <a:xfrm>
            <a:off x="7611525" y="24646000"/>
            <a:ext cx="3810300" cy="1654800"/>
          </a:xfrm>
          <a:prstGeom prst="roundRect">
            <a:avLst>
              <a:gd fmla="val 16667" name="adj"/>
            </a:avLst>
          </a:prstGeom>
          <a:solidFill>
            <a:srgbClr val="8CBC3D"/>
          </a:solidFill>
          <a:ln>
            <a:noFill/>
          </a:ln>
        </p:spPr>
        <p:txBody>
          <a:bodyPr anchorCtr="0" anchor="ctr" bIns="59550" lIns="59550" spcFirstLastPara="1" rIns="59550" wrap="square" tIns="59550">
            <a:noAutofit/>
          </a:bodyPr>
          <a:lstStyle/>
          <a:p>
            <a:pPr indent="0" lvl="0" marL="0" rtl="0" algn="ctr">
              <a:spcBef>
                <a:spcPts val="0"/>
              </a:spcBef>
              <a:spcAft>
                <a:spcPts val="0"/>
              </a:spcAft>
              <a:buNone/>
            </a:pPr>
            <a:r>
              <a:rPr b="1" lang="en" sz="2602">
                <a:solidFill>
                  <a:srgbClr val="0C343D"/>
                </a:solidFill>
              </a:rPr>
              <a:t>MAF</a:t>
            </a:r>
            <a:r>
              <a:rPr b="1" lang="en" sz="2602">
                <a:solidFill>
                  <a:srgbClr val="0C343D"/>
                </a:solidFill>
              </a:rPr>
              <a:t> &gt; 0.01</a:t>
            </a:r>
            <a:endParaRPr b="1" sz="2602">
              <a:solidFill>
                <a:srgbClr val="0C343D"/>
              </a:solidFill>
            </a:endParaRPr>
          </a:p>
        </p:txBody>
      </p:sp>
      <p:sp>
        <p:nvSpPr>
          <p:cNvPr id="95" name="Google Shape;95;p13"/>
          <p:cNvSpPr/>
          <p:nvPr/>
        </p:nvSpPr>
        <p:spPr>
          <a:xfrm>
            <a:off x="13331464" y="25741037"/>
            <a:ext cx="2549400" cy="1771500"/>
          </a:xfrm>
          <a:prstGeom prst="roundRect">
            <a:avLst>
              <a:gd fmla="val 16667" name="adj"/>
            </a:avLst>
          </a:prstGeom>
          <a:solidFill>
            <a:srgbClr val="66C2C5"/>
          </a:solidFill>
          <a:ln>
            <a:noFill/>
          </a:ln>
        </p:spPr>
        <p:txBody>
          <a:bodyPr anchorCtr="0" anchor="ctr" bIns="59550" lIns="59550" spcFirstLastPara="1" rIns="59550" wrap="square" tIns="59550">
            <a:noAutofit/>
          </a:bodyPr>
          <a:lstStyle/>
          <a:p>
            <a:pPr indent="0" lvl="0" marL="0" rtl="0" algn="ctr">
              <a:spcBef>
                <a:spcPts val="0"/>
              </a:spcBef>
              <a:spcAft>
                <a:spcPts val="0"/>
              </a:spcAft>
              <a:buNone/>
            </a:pPr>
            <a:r>
              <a:rPr b="1" lang="en" sz="2602">
                <a:solidFill>
                  <a:srgbClr val="0C343D"/>
                </a:solidFill>
              </a:rPr>
              <a:t>Data Visualization </a:t>
            </a:r>
            <a:endParaRPr b="1" sz="2602">
              <a:solidFill>
                <a:srgbClr val="0C343D"/>
              </a:solidFill>
            </a:endParaRPr>
          </a:p>
        </p:txBody>
      </p:sp>
      <p:sp>
        <p:nvSpPr>
          <p:cNvPr id="96" name="Google Shape;96;p13"/>
          <p:cNvSpPr txBox="1"/>
          <p:nvPr/>
        </p:nvSpPr>
        <p:spPr>
          <a:xfrm>
            <a:off x="28135000" y="25336500"/>
            <a:ext cx="13305900" cy="5189700"/>
          </a:xfrm>
          <a:prstGeom prst="rect">
            <a:avLst/>
          </a:prstGeom>
          <a:noFill/>
          <a:ln>
            <a:noFill/>
          </a:ln>
        </p:spPr>
        <p:txBody>
          <a:bodyPr anchorCtr="0" anchor="t" bIns="91425" lIns="91425" spcFirstLastPara="1" rIns="91425" wrap="square" tIns="91425">
            <a:noAutofit/>
          </a:bodyPr>
          <a:lstStyle/>
          <a:p>
            <a:pPr indent="-400050" lvl="0" marL="457200" rtl="0" algn="l">
              <a:spcBef>
                <a:spcPts val="0"/>
              </a:spcBef>
              <a:spcAft>
                <a:spcPts val="0"/>
              </a:spcAft>
              <a:buSzPts val="2700"/>
              <a:buChar char="●"/>
            </a:pPr>
            <a:r>
              <a:rPr b="1" lang="en" sz="2700"/>
              <a:t>Gene Burden Analyses: </a:t>
            </a:r>
            <a:r>
              <a:rPr lang="en" sz="2700"/>
              <a:t>Aggregate rare coding variants within genes to identify cumulative rare variant associations that may not be detected through single-variant testing of common variants.  </a:t>
            </a:r>
            <a:endParaRPr sz="2700"/>
          </a:p>
          <a:p>
            <a:pPr indent="-400050" lvl="0" marL="457200" rtl="0" algn="l">
              <a:spcBef>
                <a:spcPts val="0"/>
              </a:spcBef>
              <a:spcAft>
                <a:spcPts val="0"/>
              </a:spcAft>
              <a:buSzPts val="2700"/>
              <a:buChar char="●"/>
            </a:pPr>
            <a:r>
              <a:rPr b="1" lang="en" sz="2700"/>
              <a:t>ZNF175 Investigation: </a:t>
            </a:r>
            <a:r>
              <a:rPr lang="en" sz="2700"/>
              <a:t>Although ZNF175 was not associated with hearing loss in this study, it was associated with tinnitus in previous PMBB versions; evaluate the association with only tinnitus in a future ExWAS </a:t>
            </a:r>
            <a:endParaRPr sz="2700"/>
          </a:p>
          <a:p>
            <a:pPr indent="-400050" lvl="0" marL="457200" rtl="0" algn="l">
              <a:spcBef>
                <a:spcPts val="0"/>
              </a:spcBef>
              <a:spcAft>
                <a:spcPts val="0"/>
              </a:spcAft>
              <a:buSzPts val="2700"/>
              <a:buChar char="●"/>
            </a:pPr>
            <a:r>
              <a:rPr b="1" lang="en" sz="2700"/>
              <a:t>External Replication:</a:t>
            </a:r>
            <a:r>
              <a:rPr lang="en" sz="2700"/>
              <a:t> Validate the prioritized candidate variants and top genes  in independent biobank cohorts like the UK Biobank or the </a:t>
            </a:r>
            <a:r>
              <a:rPr i="1" lang="en" sz="2700"/>
              <a:t>All of Us</a:t>
            </a:r>
            <a:r>
              <a:rPr lang="en" sz="2700"/>
              <a:t> Research Program. </a:t>
            </a:r>
            <a:endParaRPr sz="2700"/>
          </a:p>
          <a:p>
            <a:pPr indent="-400050" lvl="0" marL="457200" rtl="0" algn="l">
              <a:spcBef>
                <a:spcPts val="0"/>
              </a:spcBef>
              <a:spcAft>
                <a:spcPts val="0"/>
              </a:spcAft>
              <a:buSzPts val="2700"/>
              <a:buChar char="●"/>
            </a:pPr>
            <a:r>
              <a:rPr b="1" lang="en" sz="2700"/>
              <a:t>Functional Validation:</a:t>
            </a:r>
            <a:r>
              <a:rPr lang="en" sz="2700"/>
              <a:t> Eventually, investigate some of the top genes revealed by this ExWAS in mice (just as the ZNF175 gene was investigated and supported as a candidate hearing loss gene)</a:t>
            </a:r>
            <a:endParaRPr sz="2700"/>
          </a:p>
        </p:txBody>
      </p:sp>
      <p:sp>
        <p:nvSpPr>
          <p:cNvPr id="97" name="Google Shape;97;p13"/>
          <p:cNvSpPr txBox="1"/>
          <p:nvPr/>
        </p:nvSpPr>
        <p:spPr>
          <a:xfrm>
            <a:off x="32904800" y="20954675"/>
            <a:ext cx="8628300" cy="258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t>Table 1</a:t>
            </a:r>
            <a:r>
              <a:rPr b="1" lang="en" sz="2200"/>
              <a:t>. </a:t>
            </a:r>
            <a:r>
              <a:rPr b="1" lang="en" sz="2200">
                <a:solidFill>
                  <a:schemeClr val="dk1"/>
                </a:solidFill>
                <a:latin typeface="Roboto"/>
                <a:ea typeface="Roboto"/>
                <a:cs typeface="Roboto"/>
                <a:sym typeface="Roboto"/>
              </a:rPr>
              <a:t>Genetic variants showing genome-</a:t>
            </a:r>
            <a:r>
              <a:rPr b="1" lang="en" sz="2200">
                <a:solidFill>
                  <a:schemeClr val="dk1"/>
                </a:solidFill>
                <a:latin typeface="Roboto"/>
                <a:ea typeface="Roboto"/>
                <a:cs typeface="Roboto"/>
                <a:sym typeface="Roboto"/>
              </a:rPr>
              <a:t>wide</a:t>
            </a:r>
            <a:r>
              <a:rPr b="1" lang="en" sz="2200">
                <a:solidFill>
                  <a:schemeClr val="dk1"/>
                </a:solidFill>
                <a:latin typeface="Roboto"/>
                <a:ea typeface="Roboto"/>
                <a:cs typeface="Roboto"/>
                <a:sym typeface="Roboto"/>
              </a:rPr>
              <a:t> </a:t>
            </a:r>
            <a:r>
              <a:rPr b="1" lang="en" sz="2200">
                <a:solidFill>
                  <a:schemeClr val="dk1"/>
                </a:solidFill>
                <a:latin typeface="Roboto"/>
                <a:ea typeface="Roboto"/>
                <a:cs typeface="Roboto"/>
                <a:sym typeface="Roboto"/>
              </a:rPr>
              <a:t>significance</a:t>
            </a:r>
            <a:r>
              <a:rPr b="1" lang="en" sz="2200">
                <a:solidFill>
                  <a:schemeClr val="dk1"/>
                </a:solidFill>
                <a:latin typeface="Roboto"/>
                <a:ea typeface="Roboto"/>
                <a:cs typeface="Roboto"/>
                <a:sym typeface="Roboto"/>
              </a:rPr>
              <a:t> across analysis cohorts.</a:t>
            </a:r>
            <a:r>
              <a:rPr lang="en" sz="2200">
                <a:solidFill>
                  <a:schemeClr val="dk1"/>
                </a:solidFill>
              </a:rPr>
              <a:t> T</a:t>
            </a:r>
            <a:r>
              <a:rPr lang="en" sz="2200">
                <a:solidFill>
                  <a:schemeClr val="dk1"/>
                </a:solidFill>
              </a:rPr>
              <a:t>he top panel outlines all variants across all three cohorts meeting the significance threshold, while the bottom panel displays unique variants meeting the significance threshold and the function of the genes that the variants are found in.  </a:t>
            </a:r>
            <a:endParaRPr sz="2200"/>
          </a:p>
        </p:txBody>
      </p:sp>
      <p:pic>
        <p:nvPicPr>
          <p:cNvPr id="98" name="Google Shape;98;p13"/>
          <p:cNvPicPr preferRelativeResize="0"/>
          <p:nvPr/>
        </p:nvPicPr>
        <p:blipFill>
          <a:blip r:embed="rId13">
            <a:alphaModFix/>
          </a:blip>
          <a:stretch>
            <a:fillRect/>
          </a:stretch>
        </p:blipFill>
        <p:spPr>
          <a:xfrm>
            <a:off x="2823167" y="2889467"/>
            <a:ext cx="5081324" cy="1015046"/>
          </a:xfrm>
          <a:prstGeom prst="rect">
            <a:avLst/>
          </a:prstGeom>
          <a:noFill/>
          <a:ln>
            <a:noFill/>
          </a:ln>
        </p:spPr>
      </p:pic>
      <p:sp>
        <p:nvSpPr>
          <p:cNvPr id="99" name="Google Shape;99;p13"/>
          <p:cNvSpPr txBox="1"/>
          <p:nvPr/>
        </p:nvSpPr>
        <p:spPr>
          <a:xfrm>
            <a:off x="12762675" y="23034402"/>
            <a:ext cx="1447200" cy="788400"/>
          </a:xfrm>
          <a:prstGeom prst="rect">
            <a:avLst/>
          </a:prstGeom>
          <a:noFill/>
          <a:ln>
            <a:noFill/>
          </a:ln>
        </p:spPr>
        <p:txBody>
          <a:bodyPr anchorCtr="0" anchor="t" bIns="88100" lIns="88100" spcFirstLastPara="1" rIns="88100" wrap="square" tIns="88100">
            <a:noAutofit/>
          </a:bodyPr>
          <a:lstStyle/>
          <a:p>
            <a:pPr indent="0" lvl="0" marL="0" rtl="0" algn="l">
              <a:spcBef>
                <a:spcPts val="0"/>
              </a:spcBef>
              <a:spcAft>
                <a:spcPts val="0"/>
              </a:spcAft>
              <a:buNone/>
            </a:pPr>
            <a:r>
              <a:rPr b="1" lang="en" sz="2702"/>
              <a:t>SAIGE</a:t>
            </a:r>
            <a:endParaRPr b="1" sz="2702"/>
          </a:p>
        </p:txBody>
      </p:sp>
      <p:sp>
        <p:nvSpPr>
          <p:cNvPr id="100" name="Google Shape;100;p13"/>
          <p:cNvSpPr/>
          <p:nvPr/>
        </p:nvSpPr>
        <p:spPr>
          <a:xfrm rot="5400000">
            <a:off x="13169450" y="22910225"/>
            <a:ext cx="754200" cy="2294700"/>
          </a:xfrm>
          <a:prstGeom prst="bentArrow">
            <a:avLst>
              <a:gd fmla="val 20270" name="adj1"/>
              <a:gd fmla="val 24332" name="adj2"/>
              <a:gd fmla="val 25423" name="adj3"/>
              <a:gd fmla="val 0" name="adj4"/>
            </a:avLst>
          </a:prstGeom>
          <a:solidFill>
            <a:srgbClr val="CD0568"/>
          </a:solidFill>
          <a:ln>
            <a:noFill/>
          </a:ln>
        </p:spPr>
        <p:txBody>
          <a:bodyPr anchorCtr="0" anchor="ctr" bIns="88100" lIns="88100" spcFirstLastPara="1" rIns="88100" wrap="square" tIns="88100">
            <a:noAutofit/>
          </a:bodyPr>
          <a:lstStyle/>
          <a:p>
            <a:pPr indent="0" lvl="0" marL="0" rtl="0" algn="ctr">
              <a:spcBef>
                <a:spcPts val="0"/>
              </a:spcBef>
              <a:spcAft>
                <a:spcPts val="0"/>
              </a:spcAft>
              <a:buNone/>
            </a:pPr>
            <a:r>
              <a:t/>
            </a:r>
            <a:endParaRPr sz="1349"/>
          </a:p>
        </p:txBody>
      </p:sp>
      <p:sp>
        <p:nvSpPr>
          <p:cNvPr id="101" name="Google Shape;101;p13"/>
          <p:cNvSpPr/>
          <p:nvPr/>
        </p:nvSpPr>
        <p:spPr>
          <a:xfrm>
            <a:off x="14133788" y="23680475"/>
            <a:ext cx="829800" cy="1771500"/>
          </a:xfrm>
          <a:prstGeom prst="downArrow">
            <a:avLst>
              <a:gd fmla="val 50000" name="adj1"/>
              <a:gd fmla="val 50000" name="adj2"/>
            </a:avLst>
          </a:prstGeom>
          <a:solidFill>
            <a:srgbClr val="CD0568"/>
          </a:solidFill>
          <a:ln>
            <a:noFill/>
          </a:ln>
        </p:spPr>
        <p:txBody>
          <a:bodyPr anchorCtr="0" anchor="ctr" bIns="59550" lIns="59550" spcFirstLastPara="1" rIns="59550" wrap="square" tIns="59550">
            <a:noAutofit/>
          </a:bodyPr>
          <a:lstStyle/>
          <a:p>
            <a:pPr indent="0" lvl="0" marL="0" rtl="0" algn="ctr">
              <a:spcBef>
                <a:spcPts val="0"/>
              </a:spcBef>
              <a:spcAft>
                <a:spcPts val="0"/>
              </a:spcAft>
              <a:buNone/>
            </a:pPr>
            <a:r>
              <a:t/>
            </a:r>
            <a:endParaRPr sz="912"/>
          </a:p>
        </p:txBody>
      </p:sp>
      <p:sp>
        <p:nvSpPr>
          <p:cNvPr id="102" name="Google Shape;102;p13"/>
          <p:cNvSpPr txBox="1"/>
          <p:nvPr/>
        </p:nvSpPr>
        <p:spPr>
          <a:xfrm>
            <a:off x="19978603" y="4597400"/>
            <a:ext cx="4781700" cy="8181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700">
                <a:latin typeface="Raleway"/>
                <a:ea typeface="Raleway"/>
                <a:cs typeface="Raleway"/>
                <a:sym typeface="Raleway"/>
              </a:rPr>
              <a:t>Combined</a:t>
            </a:r>
            <a:endParaRPr b="1" sz="2700">
              <a:latin typeface="Raleway"/>
              <a:ea typeface="Raleway"/>
              <a:cs typeface="Raleway"/>
              <a:sym typeface="Raleway"/>
            </a:endParaRPr>
          </a:p>
        </p:txBody>
      </p:sp>
      <p:sp>
        <p:nvSpPr>
          <p:cNvPr id="103" name="Google Shape;103;p13"/>
          <p:cNvSpPr txBox="1"/>
          <p:nvPr/>
        </p:nvSpPr>
        <p:spPr>
          <a:xfrm>
            <a:off x="20245303" y="10247813"/>
            <a:ext cx="4781700" cy="8181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700">
                <a:latin typeface="Raleway"/>
                <a:ea typeface="Raleway"/>
                <a:cs typeface="Raleway"/>
                <a:sym typeface="Raleway"/>
              </a:rPr>
              <a:t>AFR</a:t>
            </a:r>
            <a:endParaRPr b="1" sz="2700">
              <a:latin typeface="Raleway"/>
              <a:ea typeface="Raleway"/>
              <a:cs typeface="Raleway"/>
              <a:sym typeface="Raleway"/>
            </a:endParaRPr>
          </a:p>
        </p:txBody>
      </p:sp>
      <p:sp>
        <p:nvSpPr>
          <p:cNvPr id="104" name="Google Shape;104;p13"/>
          <p:cNvSpPr txBox="1"/>
          <p:nvPr/>
        </p:nvSpPr>
        <p:spPr>
          <a:xfrm>
            <a:off x="20207203" y="15918525"/>
            <a:ext cx="4781700" cy="8181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700">
                <a:latin typeface="Raleway"/>
                <a:ea typeface="Raleway"/>
                <a:cs typeface="Raleway"/>
                <a:sym typeface="Raleway"/>
              </a:rPr>
              <a:t>EUR</a:t>
            </a:r>
            <a:endParaRPr b="1" sz="2700">
              <a:latin typeface="Raleway"/>
              <a:ea typeface="Raleway"/>
              <a:cs typeface="Raleway"/>
              <a:sym typeface="Raleway"/>
            </a:endParaRPr>
          </a:p>
        </p:txBody>
      </p:sp>
      <p:sp>
        <p:nvSpPr>
          <p:cNvPr id="105" name="Google Shape;105;p13"/>
          <p:cNvSpPr/>
          <p:nvPr/>
        </p:nvSpPr>
        <p:spPr>
          <a:xfrm>
            <a:off x="24988900" y="16401300"/>
            <a:ext cx="972000" cy="52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3"/>
          <p:cNvSpPr/>
          <p:nvPr/>
        </p:nvSpPr>
        <p:spPr>
          <a:xfrm>
            <a:off x="24808500" y="17050813"/>
            <a:ext cx="972000" cy="52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3"/>
          <p:cNvSpPr/>
          <p:nvPr/>
        </p:nvSpPr>
        <p:spPr>
          <a:xfrm>
            <a:off x="25607825" y="5293600"/>
            <a:ext cx="1708800" cy="681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3"/>
          <p:cNvSpPr/>
          <p:nvPr/>
        </p:nvSpPr>
        <p:spPr>
          <a:xfrm>
            <a:off x="25027000" y="5671125"/>
            <a:ext cx="972000" cy="35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3"/>
          <p:cNvSpPr/>
          <p:nvPr/>
        </p:nvSpPr>
        <p:spPr>
          <a:xfrm>
            <a:off x="24988900" y="5175616"/>
            <a:ext cx="972000" cy="35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3"/>
          <p:cNvSpPr/>
          <p:nvPr/>
        </p:nvSpPr>
        <p:spPr>
          <a:xfrm>
            <a:off x="25501600" y="4591050"/>
            <a:ext cx="279000" cy="14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3"/>
          <p:cNvSpPr txBox="1"/>
          <p:nvPr/>
        </p:nvSpPr>
        <p:spPr>
          <a:xfrm>
            <a:off x="3430217" y="30404775"/>
            <a:ext cx="11430000" cy="5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rPr>
              <a:t>Fig 1. ExWAS pipeline applied to PMBB v4 data</a:t>
            </a:r>
            <a:r>
              <a:rPr lang="en" sz="2300">
                <a:solidFill>
                  <a:schemeClr val="dk1"/>
                </a:solidFill>
              </a:rPr>
              <a:t> </a:t>
            </a:r>
            <a:endParaRPr sz="2300">
              <a:solidFill>
                <a:schemeClr val="dk1"/>
              </a:solidFill>
            </a:endParaRPr>
          </a:p>
          <a:p>
            <a:pPr indent="0" lvl="0" marL="0" rtl="0" algn="l">
              <a:spcBef>
                <a:spcPts val="0"/>
              </a:spcBef>
              <a:spcAft>
                <a:spcPts val="0"/>
              </a:spcAft>
              <a:buNone/>
            </a:pPr>
            <a:r>
              <a:t/>
            </a:r>
            <a:endParaRPr sz="2300">
              <a:solidFill>
                <a:schemeClr val="dk1"/>
              </a:solidFill>
            </a:endParaRPr>
          </a:p>
        </p:txBody>
      </p:sp>
      <p:sp>
        <p:nvSpPr>
          <p:cNvPr id="112" name="Google Shape;112;p13"/>
          <p:cNvSpPr/>
          <p:nvPr/>
        </p:nvSpPr>
        <p:spPr>
          <a:xfrm rot="-5400000">
            <a:off x="6577454" y="24055462"/>
            <a:ext cx="829800" cy="863400"/>
          </a:xfrm>
          <a:prstGeom prst="downArrow">
            <a:avLst>
              <a:gd fmla="val 50000" name="adj1"/>
              <a:gd fmla="val 50000" name="adj2"/>
            </a:avLst>
          </a:prstGeom>
          <a:solidFill>
            <a:srgbClr val="CD0568"/>
          </a:solidFill>
          <a:ln>
            <a:noFill/>
          </a:ln>
        </p:spPr>
        <p:txBody>
          <a:bodyPr anchorCtr="0" anchor="ctr" bIns="59550" lIns="59550" spcFirstLastPara="1" rIns="59550" wrap="square" tIns="59550">
            <a:noAutofit/>
          </a:bodyPr>
          <a:lstStyle/>
          <a:p>
            <a:pPr indent="0" lvl="0" marL="0" rtl="0" algn="ctr">
              <a:spcBef>
                <a:spcPts val="0"/>
              </a:spcBef>
              <a:spcAft>
                <a:spcPts val="0"/>
              </a:spcAft>
              <a:buNone/>
            </a:pPr>
            <a:r>
              <a:t/>
            </a:r>
            <a:endParaRPr sz="912"/>
          </a:p>
        </p:txBody>
      </p:sp>
      <p:sp>
        <p:nvSpPr>
          <p:cNvPr id="113" name="Google Shape;113;p13"/>
          <p:cNvSpPr/>
          <p:nvPr/>
        </p:nvSpPr>
        <p:spPr>
          <a:xfrm>
            <a:off x="17595850" y="16605250"/>
            <a:ext cx="3810300" cy="52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3"/>
          <p:cNvSpPr/>
          <p:nvPr/>
        </p:nvSpPr>
        <p:spPr>
          <a:xfrm>
            <a:off x="17595850" y="10881425"/>
            <a:ext cx="3810300" cy="52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115" name="Google Shape;115;p13"/>
          <p:cNvGraphicFramePr/>
          <p:nvPr/>
        </p:nvGraphicFramePr>
        <p:xfrm>
          <a:off x="32966528" y="14858988"/>
          <a:ext cx="3000000" cy="3000000"/>
        </p:xfrm>
        <a:graphic>
          <a:graphicData uri="http://schemas.openxmlformats.org/drawingml/2006/table">
            <a:tbl>
              <a:tblPr>
                <a:noFill/>
                <a:tableStyleId>{C8605F46-0B7D-4AC8-9FB9-0B42A5FE5D23}</a:tableStyleId>
              </a:tblPr>
              <a:tblGrid>
                <a:gridCol w="1878775"/>
                <a:gridCol w="2152700"/>
                <a:gridCol w="4596975"/>
              </a:tblGrid>
              <a:tr h="1139150">
                <a:tc gridSpan="3">
                  <a:txBody>
                    <a:bodyPr/>
                    <a:lstStyle/>
                    <a:p>
                      <a:pPr indent="0" lvl="0" marL="0" rtl="0" algn="ctr">
                        <a:spcBef>
                          <a:spcPts val="0"/>
                        </a:spcBef>
                        <a:spcAft>
                          <a:spcPts val="0"/>
                        </a:spcAft>
                        <a:buNone/>
                      </a:pPr>
                      <a:r>
                        <a:rPr b="1" lang="en" sz="3900">
                          <a:latin typeface="Raleway"/>
                          <a:ea typeface="Raleway"/>
                          <a:cs typeface="Raleway"/>
                          <a:sym typeface="Raleway"/>
                        </a:rPr>
                        <a:t>Unique Significant Variants </a:t>
                      </a:r>
                      <a:endParaRPr b="1" sz="3900">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sz="2700">
                          <a:solidFill>
                            <a:schemeClr val="dk1"/>
                          </a:solidFill>
                          <a:latin typeface="Raleway"/>
                          <a:ea typeface="Raleway"/>
                          <a:cs typeface="Raleway"/>
                          <a:sym typeface="Raleway"/>
                        </a:rPr>
                        <a:t>Total: 3</a:t>
                      </a:r>
                      <a:endParaRPr b="1" sz="3900">
                        <a:latin typeface="Raleway"/>
                        <a:ea typeface="Raleway"/>
                        <a:cs typeface="Raleway"/>
                        <a:sym typeface="Raleway"/>
                      </a:endParaRPr>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c hMerge="1"/>
                <a:tc hMerge="1"/>
              </a:tr>
              <a:tr h="1077975">
                <a:tc>
                  <a:txBody>
                    <a:bodyPr/>
                    <a:lstStyle/>
                    <a:p>
                      <a:pPr indent="0" lvl="0" marL="0" rtl="0" algn="l">
                        <a:spcBef>
                          <a:spcPts val="0"/>
                        </a:spcBef>
                        <a:spcAft>
                          <a:spcPts val="0"/>
                        </a:spcAft>
                        <a:buNone/>
                      </a:pPr>
                      <a:r>
                        <a:rPr b="1" lang="en" sz="2700"/>
                        <a:t>Gene</a:t>
                      </a:r>
                      <a:endParaRPr b="1"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b="1" lang="en" sz="2700"/>
                        <a:t>Variant</a:t>
                      </a:r>
                      <a:endParaRPr b="1"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b="1" lang="en" sz="2700"/>
                        <a:t>Function</a:t>
                      </a:r>
                      <a:endParaRPr b="1"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r>
              <a:tr h="1054000">
                <a:tc>
                  <a:txBody>
                    <a:bodyPr/>
                    <a:lstStyle/>
                    <a:p>
                      <a:pPr indent="0" lvl="0" marL="0" rtl="0" algn="l">
                        <a:spcBef>
                          <a:spcPts val="0"/>
                        </a:spcBef>
                        <a:spcAft>
                          <a:spcPts val="0"/>
                        </a:spcAft>
                        <a:buNone/>
                      </a:pPr>
                      <a:r>
                        <a:rPr lang="en" sz="2700"/>
                        <a:t>KNL1</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sz="2300"/>
                        <a:t>chr15:40611486:A:G</a:t>
                      </a:r>
                      <a:endParaRPr sz="23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sz="2700"/>
                        <a:t>Important in chromosome segregation and cell division</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r>
              <a:tr h="1054000">
                <a:tc>
                  <a:txBody>
                    <a:bodyPr/>
                    <a:lstStyle/>
                    <a:p>
                      <a:pPr indent="0" lvl="0" marL="0" rtl="0" algn="l">
                        <a:spcBef>
                          <a:spcPts val="0"/>
                        </a:spcBef>
                        <a:spcAft>
                          <a:spcPts val="0"/>
                        </a:spcAft>
                        <a:buNone/>
                      </a:pPr>
                      <a:r>
                        <a:rPr lang="en" sz="2700"/>
                        <a:t>ZFPM1</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sz="2300"/>
                        <a:t>chr16:88533289:A:C</a:t>
                      </a:r>
                      <a:endParaRPr sz="23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FF2CC"/>
                    </a:solidFill>
                  </a:tcPr>
                </a:tc>
                <a:tc rowSpan="2">
                  <a:txBody>
                    <a:bodyPr/>
                    <a:lstStyle/>
                    <a:p>
                      <a:pPr indent="0" lvl="0" marL="0" rtl="0" algn="l">
                        <a:spcBef>
                          <a:spcPts val="0"/>
                        </a:spcBef>
                        <a:spcAft>
                          <a:spcPts val="0"/>
                        </a:spcAft>
                        <a:buNone/>
                      </a:pPr>
                      <a:r>
                        <a:rPr lang="en" sz="2700"/>
                        <a:t>Encodes a zinc finger protein that functions as a transcriptional cofactor </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r>
              <a:tr h="1054000">
                <a:tc>
                  <a:txBody>
                    <a:bodyPr/>
                    <a:lstStyle/>
                    <a:p>
                      <a:pPr indent="0" lvl="0" marL="0" rtl="0" algn="l">
                        <a:spcBef>
                          <a:spcPts val="0"/>
                        </a:spcBef>
                        <a:spcAft>
                          <a:spcPts val="0"/>
                        </a:spcAft>
                        <a:buClr>
                          <a:schemeClr val="dk1"/>
                        </a:buClr>
                        <a:buSzPts val="1100"/>
                        <a:buFont typeface="Arial"/>
                        <a:buNone/>
                      </a:pPr>
                      <a:r>
                        <a:rPr lang="en" sz="2700">
                          <a:solidFill>
                            <a:schemeClr val="dk1"/>
                          </a:solidFill>
                        </a:rPr>
                        <a:t>ZFPM1</a:t>
                      </a:r>
                      <a:endParaRPr sz="2700">
                        <a:solidFill>
                          <a:schemeClr val="dk1"/>
                        </a:solidFill>
                      </a:endParaRPr>
                    </a:p>
                    <a:p>
                      <a:pPr indent="0" lvl="0" marL="0" rtl="0" algn="l">
                        <a:spcBef>
                          <a:spcPts val="0"/>
                        </a:spcBef>
                        <a:spcAft>
                          <a:spcPts val="0"/>
                        </a:spcAft>
                        <a:buNone/>
                      </a:pPr>
                      <a:r>
                        <a:t/>
                      </a:r>
                      <a:endParaRPr sz="2700"/>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sz="2300">
                          <a:solidFill>
                            <a:schemeClr val="dk1"/>
                          </a:solidFill>
                        </a:rPr>
                        <a:t>chr16:88533290:G:C</a:t>
                      </a:r>
                      <a:endParaRPr sz="2300">
                        <a:solidFill>
                          <a:schemeClr val="dk1"/>
                        </a:solidFill>
                      </a:endParaRPr>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EDDEFD"/>
                    </a:solidFill>
                  </a:tcPr>
                </a:tc>
                <a:tc vMerge="1"/>
              </a:tr>
            </a:tbl>
          </a:graphicData>
        </a:graphic>
      </p:graphicFrame>
      <p:sp>
        <p:nvSpPr>
          <p:cNvPr id="116" name="Google Shape;116;p13"/>
          <p:cNvSpPr/>
          <p:nvPr/>
        </p:nvSpPr>
        <p:spPr>
          <a:xfrm rot="-5400000">
            <a:off x="3837500" y="23998200"/>
            <a:ext cx="3979800" cy="754200"/>
          </a:xfrm>
          <a:prstGeom prst="roundRect">
            <a:avLst>
              <a:gd fmla="val 16667" name="adj"/>
            </a:avLst>
          </a:prstGeom>
          <a:solidFill>
            <a:srgbClr val="D2A8FF"/>
          </a:solidFill>
          <a:ln>
            <a:noFill/>
          </a:ln>
        </p:spPr>
        <p:txBody>
          <a:bodyPr anchorCtr="0" anchor="ctr" bIns="59550" lIns="59550" spcFirstLastPara="1" rIns="59550" wrap="square" tIns="59550">
            <a:noAutofit/>
          </a:bodyPr>
          <a:lstStyle/>
          <a:p>
            <a:pPr indent="0" lvl="0" marL="0" rtl="0" algn="ctr">
              <a:spcBef>
                <a:spcPts val="0"/>
              </a:spcBef>
              <a:spcAft>
                <a:spcPts val="0"/>
              </a:spcAft>
              <a:buNone/>
            </a:pPr>
            <a:r>
              <a:rPr b="1" lang="en" sz="2602">
                <a:solidFill>
                  <a:srgbClr val="0C343D"/>
                </a:solidFill>
              </a:rPr>
              <a:t>Variants</a:t>
            </a:r>
            <a:endParaRPr b="1" sz="2602">
              <a:solidFill>
                <a:srgbClr val="0C343D"/>
              </a:solidFill>
            </a:endParaRPr>
          </a:p>
        </p:txBody>
      </p:sp>
      <p:sp>
        <p:nvSpPr>
          <p:cNvPr id="117" name="Google Shape;117;p13"/>
          <p:cNvSpPr/>
          <p:nvPr/>
        </p:nvSpPr>
        <p:spPr>
          <a:xfrm rot="-5400000">
            <a:off x="4153450" y="27960598"/>
            <a:ext cx="3294000" cy="754200"/>
          </a:xfrm>
          <a:prstGeom prst="roundRect">
            <a:avLst>
              <a:gd fmla="val 16667" name="adj"/>
            </a:avLst>
          </a:prstGeom>
          <a:solidFill>
            <a:srgbClr val="D2A8FF"/>
          </a:solidFill>
          <a:ln>
            <a:noFill/>
          </a:ln>
        </p:spPr>
        <p:txBody>
          <a:bodyPr anchorCtr="0" anchor="ctr" bIns="59550" lIns="59550" spcFirstLastPara="1" rIns="59550" wrap="square" tIns="59550">
            <a:noAutofit/>
          </a:bodyPr>
          <a:lstStyle/>
          <a:p>
            <a:pPr indent="0" lvl="0" marL="0" rtl="0" algn="ctr">
              <a:spcBef>
                <a:spcPts val="0"/>
              </a:spcBef>
              <a:spcAft>
                <a:spcPts val="0"/>
              </a:spcAft>
              <a:buNone/>
            </a:pPr>
            <a:r>
              <a:rPr b="1" lang="en" sz="2602">
                <a:solidFill>
                  <a:srgbClr val="0C343D"/>
                </a:solidFill>
              </a:rPr>
              <a:t>Participants</a:t>
            </a:r>
            <a:endParaRPr b="1" sz="2602">
              <a:solidFill>
                <a:srgbClr val="0C343D"/>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